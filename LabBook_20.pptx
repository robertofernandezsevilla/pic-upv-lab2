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28"/>
  </p:notesMasterIdLst>
  <p:handoutMasterIdLst>
    <p:handoutMasterId r:id="rId29"/>
  </p:handoutMasterIdLst>
  <p:sldIdLst>
    <p:sldId id="256" r:id="rId2"/>
    <p:sldId id="289" r:id="rId3"/>
    <p:sldId id="295" r:id="rId4"/>
    <p:sldId id="302" r:id="rId5"/>
    <p:sldId id="304" r:id="rId6"/>
    <p:sldId id="305" r:id="rId7"/>
    <p:sldId id="303" r:id="rId8"/>
    <p:sldId id="307" r:id="rId9"/>
    <p:sldId id="308" r:id="rId10"/>
    <p:sldId id="309" r:id="rId11"/>
    <p:sldId id="310" r:id="rId12"/>
    <p:sldId id="311" r:id="rId13"/>
    <p:sldId id="291" r:id="rId14"/>
    <p:sldId id="312" r:id="rId15"/>
    <p:sldId id="296" r:id="rId16"/>
    <p:sldId id="294" r:id="rId17"/>
    <p:sldId id="313" r:id="rId18"/>
    <p:sldId id="299" r:id="rId19"/>
    <p:sldId id="314" r:id="rId20"/>
    <p:sldId id="300" r:id="rId21"/>
    <p:sldId id="316" r:id="rId22"/>
    <p:sldId id="301" r:id="rId23"/>
    <p:sldId id="317" r:id="rId24"/>
    <p:sldId id="318" r:id="rId25"/>
    <p:sldId id="319" r:id="rId26"/>
    <p:sldId id="288" r:id="rId27"/>
  </p:sldIdLst>
  <p:sldSz cx="12192000" cy="6858000"/>
  <p:notesSz cx="12192000" cy="6858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3A706B2-AA95-4CDC-834C-F4D908C80230}" v="95" dt="2025-02-09T23:48:29.268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538" autoAdjust="0"/>
    <p:restoredTop sz="95033" autoAdjust="0"/>
  </p:normalViewPr>
  <p:slideViewPr>
    <p:cSldViewPr>
      <p:cViewPr varScale="1">
        <p:scale>
          <a:sx n="83" d="100"/>
          <a:sy n="83" d="100"/>
        </p:scale>
        <p:origin x="1109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3" d="100"/>
          <a:sy n="83" d="100"/>
        </p:scale>
        <p:origin x="1392" y="6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35" Type="http://schemas.microsoft.com/office/2015/10/relationships/revisionInfo" Target="revisionInfo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ristian Camilo Cano Vasquez" userId="8c73a2a4-758b-4e34-81ed-39462e48bd92" providerId="ADAL" clId="{83A706B2-AA95-4CDC-834C-F4D908C80230}"/>
    <pc:docChg chg="undo redo custSel addSld delSld modSld">
      <pc:chgData name="Christian Camilo Cano Vasquez" userId="8c73a2a4-758b-4e34-81ed-39462e48bd92" providerId="ADAL" clId="{83A706B2-AA95-4CDC-834C-F4D908C80230}" dt="2025-02-10T11:46:25.185" v="655" actId="20577"/>
      <pc:docMkLst>
        <pc:docMk/>
      </pc:docMkLst>
      <pc:sldChg chg="modSp mod">
        <pc:chgData name="Christian Camilo Cano Vasquez" userId="8c73a2a4-758b-4e34-81ed-39462e48bd92" providerId="ADAL" clId="{83A706B2-AA95-4CDC-834C-F4D908C80230}" dt="2025-02-09T23:21:47.550" v="170" actId="20577"/>
        <pc:sldMkLst>
          <pc:docMk/>
          <pc:sldMk cId="0" sldId="256"/>
        </pc:sldMkLst>
        <pc:spChg chg="mod">
          <ac:chgData name="Christian Camilo Cano Vasquez" userId="8c73a2a4-758b-4e34-81ed-39462e48bd92" providerId="ADAL" clId="{83A706B2-AA95-4CDC-834C-F4D908C80230}" dt="2025-02-09T23:21:47.550" v="170" actId="20577"/>
          <ac:spMkLst>
            <pc:docMk/>
            <pc:sldMk cId="0" sldId="256"/>
            <ac:spMk id="3" creationId="{00000000-0000-0000-0000-000000000000}"/>
          </ac:spMkLst>
        </pc:spChg>
      </pc:sldChg>
      <pc:sldChg chg="modSp mod">
        <pc:chgData name="Christian Camilo Cano Vasquez" userId="8c73a2a4-758b-4e34-81ed-39462e48bd92" providerId="ADAL" clId="{83A706B2-AA95-4CDC-834C-F4D908C80230}" dt="2025-02-09T22:54:55.862" v="0" actId="20577"/>
        <pc:sldMkLst>
          <pc:docMk/>
          <pc:sldMk cId="560234623" sldId="289"/>
        </pc:sldMkLst>
        <pc:spChg chg="mod">
          <ac:chgData name="Christian Camilo Cano Vasquez" userId="8c73a2a4-758b-4e34-81ed-39462e48bd92" providerId="ADAL" clId="{83A706B2-AA95-4CDC-834C-F4D908C80230}" dt="2025-02-09T22:54:55.862" v="0" actId="20577"/>
          <ac:spMkLst>
            <pc:docMk/>
            <pc:sldMk cId="560234623" sldId="289"/>
            <ac:spMk id="4" creationId="{9F7BC140-B3D8-C3CB-55AD-9064C7CDE9CA}"/>
          </ac:spMkLst>
        </pc:spChg>
      </pc:sldChg>
      <pc:sldChg chg="addSp delSp modSp mod">
        <pc:chgData name="Christian Camilo Cano Vasquez" userId="8c73a2a4-758b-4e34-81ed-39462e48bd92" providerId="ADAL" clId="{83A706B2-AA95-4CDC-834C-F4D908C80230}" dt="2025-02-09T23:24:42.493" v="173" actId="20577"/>
        <pc:sldMkLst>
          <pc:docMk/>
          <pc:sldMk cId="730501311" sldId="290"/>
        </pc:sldMkLst>
        <pc:spChg chg="mod">
          <ac:chgData name="Christian Camilo Cano Vasquez" userId="8c73a2a4-758b-4e34-81ed-39462e48bd92" providerId="ADAL" clId="{83A706B2-AA95-4CDC-834C-F4D908C80230}" dt="2025-02-09T23:04:13.626" v="39" actId="20577"/>
          <ac:spMkLst>
            <pc:docMk/>
            <pc:sldMk cId="730501311" sldId="290"/>
            <ac:spMk id="2" creationId="{D0F8CF3B-B920-DBFC-F825-0C87B51EADA7}"/>
          </ac:spMkLst>
        </pc:spChg>
        <pc:spChg chg="del">
          <ac:chgData name="Christian Camilo Cano Vasquez" userId="8c73a2a4-758b-4e34-81ed-39462e48bd92" providerId="ADAL" clId="{83A706B2-AA95-4CDC-834C-F4D908C80230}" dt="2025-02-09T22:59:02.631" v="2" actId="478"/>
          <ac:spMkLst>
            <pc:docMk/>
            <pc:sldMk cId="730501311" sldId="290"/>
            <ac:spMk id="4" creationId="{AA9E72FF-B948-6B7A-8909-97C6BE95D6FB}"/>
          </ac:spMkLst>
        </pc:spChg>
        <pc:spChg chg="add mod">
          <ac:chgData name="Christian Camilo Cano Vasquez" userId="8c73a2a4-758b-4e34-81ed-39462e48bd92" providerId="ADAL" clId="{83A706B2-AA95-4CDC-834C-F4D908C80230}" dt="2025-02-09T23:00:11.400" v="3"/>
          <ac:spMkLst>
            <pc:docMk/>
            <pc:sldMk cId="730501311" sldId="290"/>
            <ac:spMk id="5" creationId="{E7488849-10A1-FB48-F511-E57B062CD7E2}"/>
          </ac:spMkLst>
        </pc:spChg>
        <pc:spChg chg="add mod">
          <ac:chgData name="Christian Camilo Cano Vasquez" userId="8c73a2a4-758b-4e34-81ed-39462e48bd92" providerId="ADAL" clId="{83A706B2-AA95-4CDC-834C-F4D908C80230}" dt="2025-02-09T23:00:11.400" v="3"/>
          <ac:spMkLst>
            <pc:docMk/>
            <pc:sldMk cId="730501311" sldId="290"/>
            <ac:spMk id="6" creationId="{68726DAB-1B5F-39D1-63A0-BB708EA6E17F}"/>
          </ac:spMkLst>
        </pc:spChg>
        <pc:spChg chg="add mod">
          <ac:chgData name="Christian Camilo Cano Vasquez" userId="8c73a2a4-758b-4e34-81ed-39462e48bd92" providerId="ADAL" clId="{83A706B2-AA95-4CDC-834C-F4D908C80230}" dt="2025-02-09T23:00:11.400" v="3"/>
          <ac:spMkLst>
            <pc:docMk/>
            <pc:sldMk cId="730501311" sldId="290"/>
            <ac:spMk id="7" creationId="{6D309BFB-98FD-0CBA-3C6A-346D8859893B}"/>
          </ac:spMkLst>
        </pc:spChg>
        <pc:spChg chg="add mod">
          <ac:chgData name="Christian Camilo Cano Vasquez" userId="8c73a2a4-758b-4e34-81ed-39462e48bd92" providerId="ADAL" clId="{83A706B2-AA95-4CDC-834C-F4D908C80230}" dt="2025-02-09T23:02:26.970" v="32" actId="20577"/>
          <ac:spMkLst>
            <pc:docMk/>
            <pc:sldMk cId="730501311" sldId="290"/>
            <ac:spMk id="8" creationId="{E9BD6C85-02F1-7B54-41E3-E3D9883786D8}"/>
          </ac:spMkLst>
        </pc:spChg>
        <pc:spChg chg="add mod">
          <ac:chgData name="Christian Camilo Cano Vasquez" userId="8c73a2a4-758b-4e34-81ed-39462e48bd92" providerId="ADAL" clId="{83A706B2-AA95-4CDC-834C-F4D908C80230}" dt="2025-02-09T23:02:32.780" v="33"/>
          <ac:spMkLst>
            <pc:docMk/>
            <pc:sldMk cId="730501311" sldId="290"/>
            <ac:spMk id="9" creationId="{7431A41C-EEB3-44D0-4622-A915E258C8F0}"/>
          </ac:spMkLst>
        </pc:spChg>
        <pc:spChg chg="mod">
          <ac:chgData name="Christian Camilo Cano Vasquez" userId="8c73a2a4-758b-4e34-81ed-39462e48bd92" providerId="ADAL" clId="{83A706B2-AA95-4CDC-834C-F4D908C80230}" dt="2025-02-09T23:24:42.493" v="173" actId="20577"/>
          <ac:spMkLst>
            <pc:docMk/>
            <pc:sldMk cId="730501311" sldId="290"/>
            <ac:spMk id="16" creationId="{471E1424-6C4B-2D9A-1352-30AFB987AD41}"/>
          </ac:spMkLst>
        </pc:spChg>
      </pc:sldChg>
      <pc:sldChg chg="addSp delSp modSp mod">
        <pc:chgData name="Christian Camilo Cano Vasquez" userId="8c73a2a4-758b-4e34-81ed-39462e48bd92" providerId="ADAL" clId="{83A706B2-AA95-4CDC-834C-F4D908C80230}" dt="2025-02-09T23:24:47.352" v="175" actId="20577"/>
        <pc:sldMkLst>
          <pc:docMk/>
          <pc:sldMk cId="3712356003" sldId="291"/>
        </pc:sldMkLst>
        <pc:spChg chg="mod">
          <ac:chgData name="Christian Camilo Cano Vasquez" userId="8c73a2a4-758b-4e34-81ed-39462e48bd92" providerId="ADAL" clId="{83A706B2-AA95-4CDC-834C-F4D908C80230}" dt="2025-02-09T23:15:16.003" v="106" actId="20577"/>
          <ac:spMkLst>
            <pc:docMk/>
            <pc:sldMk cId="3712356003" sldId="291"/>
            <ac:spMk id="2" creationId="{CA5F0FDF-2A95-453B-4ECA-AEB637FF2694}"/>
          </ac:spMkLst>
        </pc:spChg>
        <pc:spChg chg="add mod">
          <ac:chgData name="Christian Camilo Cano Vasquez" userId="8c73a2a4-758b-4e34-81ed-39462e48bd92" providerId="ADAL" clId="{83A706B2-AA95-4CDC-834C-F4D908C80230}" dt="2025-02-09T23:14:26.914" v="81" actId="1035"/>
          <ac:spMkLst>
            <pc:docMk/>
            <pc:sldMk cId="3712356003" sldId="291"/>
            <ac:spMk id="4" creationId="{FB4B77A0-B37C-3130-FB52-4E560C66946F}"/>
          </ac:spMkLst>
        </pc:spChg>
        <pc:spChg chg="add mod">
          <ac:chgData name="Christian Camilo Cano Vasquez" userId="8c73a2a4-758b-4e34-81ed-39462e48bd92" providerId="ADAL" clId="{83A706B2-AA95-4CDC-834C-F4D908C80230}" dt="2025-02-09T23:14:26.914" v="81" actId="1035"/>
          <ac:spMkLst>
            <pc:docMk/>
            <pc:sldMk cId="3712356003" sldId="291"/>
            <ac:spMk id="5" creationId="{DA7ECAA3-0876-C0FB-D7E5-448FCC5ED226}"/>
          </ac:spMkLst>
        </pc:spChg>
        <pc:spChg chg="del">
          <ac:chgData name="Christian Camilo Cano Vasquez" userId="8c73a2a4-758b-4e34-81ed-39462e48bd92" providerId="ADAL" clId="{83A706B2-AA95-4CDC-834C-F4D908C80230}" dt="2025-02-09T23:09:07.294" v="48" actId="478"/>
          <ac:spMkLst>
            <pc:docMk/>
            <pc:sldMk cId="3712356003" sldId="291"/>
            <ac:spMk id="7" creationId="{21F754A5-65BC-14A3-5F55-75716FFA9027}"/>
          </ac:spMkLst>
        </pc:spChg>
        <pc:spChg chg="del">
          <ac:chgData name="Christian Camilo Cano Vasquez" userId="8c73a2a4-758b-4e34-81ed-39462e48bd92" providerId="ADAL" clId="{83A706B2-AA95-4CDC-834C-F4D908C80230}" dt="2025-02-09T23:09:11.050" v="49" actId="478"/>
          <ac:spMkLst>
            <pc:docMk/>
            <pc:sldMk cId="3712356003" sldId="291"/>
            <ac:spMk id="8" creationId="{CD9C65D4-5494-F5CE-1094-CB0A32C33876}"/>
          </ac:spMkLst>
        </pc:spChg>
        <pc:spChg chg="add mod">
          <ac:chgData name="Christian Camilo Cano Vasquez" userId="8c73a2a4-758b-4e34-81ed-39462e48bd92" providerId="ADAL" clId="{83A706B2-AA95-4CDC-834C-F4D908C80230}" dt="2025-02-09T23:14:26.914" v="81" actId="1035"/>
          <ac:spMkLst>
            <pc:docMk/>
            <pc:sldMk cId="3712356003" sldId="291"/>
            <ac:spMk id="9" creationId="{C1467207-8D05-D4C6-EBD2-209F796AE977}"/>
          </ac:spMkLst>
        </pc:spChg>
        <pc:spChg chg="add mod">
          <ac:chgData name="Christian Camilo Cano Vasquez" userId="8c73a2a4-758b-4e34-81ed-39462e48bd92" providerId="ADAL" clId="{83A706B2-AA95-4CDC-834C-F4D908C80230}" dt="2025-02-09T23:14:26.914" v="81" actId="1035"/>
          <ac:spMkLst>
            <pc:docMk/>
            <pc:sldMk cId="3712356003" sldId="291"/>
            <ac:spMk id="10" creationId="{32E39C0C-95E1-ED90-891A-5D634D9DB76B}"/>
          </ac:spMkLst>
        </pc:spChg>
        <pc:spChg chg="mod">
          <ac:chgData name="Christian Camilo Cano Vasquez" userId="8c73a2a4-758b-4e34-81ed-39462e48bd92" providerId="ADAL" clId="{83A706B2-AA95-4CDC-834C-F4D908C80230}" dt="2025-02-09T23:24:47.352" v="175" actId="20577"/>
          <ac:spMkLst>
            <pc:docMk/>
            <pc:sldMk cId="3712356003" sldId="291"/>
            <ac:spMk id="16" creationId="{5431EA70-9578-8BF1-5A05-77CDC26788B4}"/>
          </ac:spMkLst>
        </pc:spChg>
        <pc:picChg chg="del">
          <ac:chgData name="Christian Camilo Cano Vasquez" userId="8c73a2a4-758b-4e34-81ed-39462e48bd92" providerId="ADAL" clId="{83A706B2-AA95-4CDC-834C-F4D908C80230}" dt="2025-02-09T23:08:10.270" v="47" actId="478"/>
          <ac:picMkLst>
            <pc:docMk/>
            <pc:sldMk cId="3712356003" sldId="291"/>
            <ac:picMk id="6" creationId="{380A8455-6386-C7D5-7BB6-B79D8D91F0EF}"/>
          </ac:picMkLst>
        </pc:picChg>
      </pc:sldChg>
      <pc:sldChg chg="addSp delSp modSp mod">
        <pc:chgData name="Christian Camilo Cano Vasquez" userId="8c73a2a4-758b-4e34-81ed-39462e48bd92" providerId="ADAL" clId="{83A706B2-AA95-4CDC-834C-F4D908C80230}" dt="2025-02-09T23:31:23.910" v="296" actId="20577"/>
        <pc:sldMkLst>
          <pc:docMk/>
          <pc:sldMk cId="2900117438" sldId="292"/>
        </pc:sldMkLst>
        <pc:spChg chg="mod">
          <ac:chgData name="Christian Camilo Cano Vasquez" userId="8c73a2a4-758b-4e34-81ed-39462e48bd92" providerId="ADAL" clId="{83A706B2-AA95-4CDC-834C-F4D908C80230}" dt="2025-02-09T23:31:23.910" v="296" actId="20577"/>
          <ac:spMkLst>
            <pc:docMk/>
            <pc:sldMk cId="2900117438" sldId="292"/>
            <ac:spMk id="2" creationId="{82A62DD6-5488-72A1-9926-0CAEE59089A9}"/>
          </ac:spMkLst>
        </pc:spChg>
        <pc:spChg chg="add mod">
          <ac:chgData name="Christian Camilo Cano Vasquez" userId="8c73a2a4-758b-4e34-81ed-39462e48bd92" providerId="ADAL" clId="{83A706B2-AA95-4CDC-834C-F4D908C80230}" dt="2025-02-09T23:30:25.991" v="253"/>
          <ac:spMkLst>
            <pc:docMk/>
            <pc:sldMk cId="2900117438" sldId="292"/>
            <ac:spMk id="4" creationId="{796EDE51-D41E-C23B-F402-2F7357DE8714}"/>
          </ac:spMkLst>
        </pc:spChg>
        <pc:spChg chg="add mod">
          <ac:chgData name="Christian Camilo Cano Vasquez" userId="8c73a2a4-758b-4e34-81ed-39462e48bd92" providerId="ADAL" clId="{83A706B2-AA95-4CDC-834C-F4D908C80230}" dt="2025-02-09T23:30:25.991" v="253"/>
          <ac:spMkLst>
            <pc:docMk/>
            <pc:sldMk cId="2900117438" sldId="292"/>
            <ac:spMk id="5" creationId="{5A3233C9-FE6F-52D8-4D87-224222BDA8E1}"/>
          </ac:spMkLst>
        </pc:spChg>
        <pc:spChg chg="add mod">
          <ac:chgData name="Christian Camilo Cano Vasquez" userId="8c73a2a4-758b-4e34-81ed-39462e48bd92" providerId="ADAL" clId="{83A706B2-AA95-4CDC-834C-F4D908C80230}" dt="2025-02-09T23:30:25.991" v="253"/>
          <ac:spMkLst>
            <pc:docMk/>
            <pc:sldMk cId="2900117438" sldId="292"/>
            <ac:spMk id="6" creationId="{0C016548-01A2-6E58-B80D-148384B98EB3}"/>
          </ac:spMkLst>
        </pc:spChg>
        <pc:spChg chg="del">
          <ac:chgData name="Christian Camilo Cano Vasquez" userId="8c73a2a4-758b-4e34-81ed-39462e48bd92" providerId="ADAL" clId="{83A706B2-AA95-4CDC-834C-F4D908C80230}" dt="2025-02-09T23:30:21.832" v="251" actId="478"/>
          <ac:spMkLst>
            <pc:docMk/>
            <pc:sldMk cId="2900117438" sldId="292"/>
            <ac:spMk id="7" creationId="{FBC7D187-267A-ADD4-764C-D3820B8ED302}"/>
          </ac:spMkLst>
        </pc:spChg>
        <pc:spChg chg="del">
          <ac:chgData name="Christian Camilo Cano Vasquez" userId="8c73a2a4-758b-4e34-81ed-39462e48bd92" providerId="ADAL" clId="{83A706B2-AA95-4CDC-834C-F4D908C80230}" dt="2025-02-09T23:30:25.360" v="252" actId="478"/>
          <ac:spMkLst>
            <pc:docMk/>
            <pc:sldMk cId="2900117438" sldId="292"/>
            <ac:spMk id="8" creationId="{1EF5BFDA-8EC1-8C73-A932-F36C4DB93C73}"/>
          </ac:spMkLst>
        </pc:spChg>
        <pc:spChg chg="add mod">
          <ac:chgData name="Christian Camilo Cano Vasquez" userId="8c73a2a4-758b-4e34-81ed-39462e48bd92" providerId="ADAL" clId="{83A706B2-AA95-4CDC-834C-F4D908C80230}" dt="2025-02-09T23:30:25.991" v="253"/>
          <ac:spMkLst>
            <pc:docMk/>
            <pc:sldMk cId="2900117438" sldId="292"/>
            <ac:spMk id="9" creationId="{075D03BE-0D6A-89E5-3C68-D7BD97B4676E}"/>
          </ac:spMkLst>
        </pc:spChg>
        <pc:spChg chg="add mod">
          <ac:chgData name="Christian Camilo Cano Vasquez" userId="8c73a2a4-758b-4e34-81ed-39462e48bd92" providerId="ADAL" clId="{83A706B2-AA95-4CDC-834C-F4D908C80230}" dt="2025-02-09T23:30:25.991" v="253"/>
          <ac:spMkLst>
            <pc:docMk/>
            <pc:sldMk cId="2900117438" sldId="292"/>
            <ac:spMk id="10" creationId="{AC01EDEE-71CC-C570-700B-076F03FCF7E1}"/>
          </ac:spMkLst>
        </pc:spChg>
        <pc:spChg chg="mod">
          <ac:chgData name="Christian Camilo Cano Vasquez" userId="8c73a2a4-758b-4e34-81ed-39462e48bd92" providerId="ADAL" clId="{83A706B2-AA95-4CDC-834C-F4D908C80230}" dt="2025-02-09T23:29:51.940" v="250" actId="20577"/>
          <ac:spMkLst>
            <pc:docMk/>
            <pc:sldMk cId="2900117438" sldId="292"/>
            <ac:spMk id="16" creationId="{6AA2E789-F7AE-F068-274C-E0F13A22DBCA}"/>
          </ac:spMkLst>
        </pc:spChg>
      </pc:sldChg>
      <pc:sldChg chg="del">
        <pc:chgData name="Christian Camilo Cano Vasquez" userId="8c73a2a4-758b-4e34-81ed-39462e48bd92" providerId="ADAL" clId="{83A706B2-AA95-4CDC-834C-F4D908C80230}" dt="2025-02-09T23:36:40.142" v="343" actId="47"/>
        <pc:sldMkLst>
          <pc:docMk/>
          <pc:sldMk cId="3660438245" sldId="293"/>
        </pc:sldMkLst>
      </pc:sldChg>
      <pc:sldChg chg="addSp delSp modSp mod">
        <pc:chgData name="Christian Camilo Cano Vasquez" userId="8c73a2a4-758b-4e34-81ed-39462e48bd92" providerId="ADAL" clId="{83A706B2-AA95-4CDC-834C-F4D908C80230}" dt="2025-02-09T23:43:58.113" v="517" actId="20577"/>
        <pc:sldMkLst>
          <pc:docMk/>
          <pc:sldMk cId="2815679427" sldId="294"/>
        </pc:sldMkLst>
        <pc:spChg chg="add del mod">
          <ac:chgData name="Christian Camilo Cano Vasquez" userId="8c73a2a4-758b-4e34-81ed-39462e48bd92" providerId="ADAL" clId="{83A706B2-AA95-4CDC-834C-F4D908C80230}" dt="2025-02-09T23:39:50.840" v="385" actId="20577"/>
          <ac:spMkLst>
            <pc:docMk/>
            <pc:sldMk cId="2815679427" sldId="294"/>
            <ac:spMk id="2" creationId="{B5029729-ADF3-3B30-4FF9-83BE1DB82BD7}"/>
          </ac:spMkLst>
        </pc:spChg>
        <pc:spChg chg="add mod">
          <ac:chgData name="Christian Camilo Cano Vasquez" userId="8c73a2a4-758b-4e34-81ed-39462e48bd92" providerId="ADAL" clId="{83A706B2-AA95-4CDC-834C-F4D908C80230}" dt="2025-02-09T23:38:32.744" v="355" actId="1076"/>
          <ac:spMkLst>
            <pc:docMk/>
            <pc:sldMk cId="2815679427" sldId="294"/>
            <ac:spMk id="4" creationId="{06A90612-6654-786D-6F6A-F4EA67014379}"/>
          </ac:spMkLst>
        </pc:spChg>
        <pc:spChg chg="add mod">
          <ac:chgData name="Christian Camilo Cano Vasquez" userId="8c73a2a4-758b-4e34-81ed-39462e48bd92" providerId="ADAL" clId="{83A706B2-AA95-4CDC-834C-F4D908C80230}" dt="2025-02-09T23:38:32.744" v="355" actId="1076"/>
          <ac:spMkLst>
            <pc:docMk/>
            <pc:sldMk cId="2815679427" sldId="294"/>
            <ac:spMk id="5" creationId="{5032AC03-DEF1-DAF0-236E-A42778A7A062}"/>
          </ac:spMkLst>
        </pc:spChg>
        <pc:spChg chg="add mod">
          <ac:chgData name="Christian Camilo Cano Vasquez" userId="8c73a2a4-758b-4e34-81ed-39462e48bd92" providerId="ADAL" clId="{83A706B2-AA95-4CDC-834C-F4D908C80230}" dt="2025-02-09T23:37:46.370" v="351"/>
          <ac:spMkLst>
            <pc:docMk/>
            <pc:sldMk cId="2815679427" sldId="294"/>
            <ac:spMk id="6" creationId="{3338A34B-BF11-73AC-D891-565FD218C2F6}"/>
          </ac:spMkLst>
        </pc:spChg>
        <pc:spChg chg="add del mod">
          <ac:chgData name="Christian Camilo Cano Vasquez" userId="8c73a2a4-758b-4e34-81ed-39462e48bd92" providerId="ADAL" clId="{83A706B2-AA95-4CDC-834C-F4D908C80230}" dt="2025-02-09T23:39:04.073" v="372" actId="1036"/>
          <ac:spMkLst>
            <pc:docMk/>
            <pc:sldMk cId="2815679427" sldId="294"/>
            <ac:spMk id="7" creationId="{98DE5FDA-4E91-E843-E84A-1467BFAA9986}"/>
          </ac:spMkLst>
        </pc:spChg>
        <pc:spChg chg="add del mod">
          <ac:chgData name="Christian Camilo Cano Vasquez" userId="8c73a2a4-758b-4e34-81ed-39462e48bd92" providerId="ADAL" clId="{83A706B2-AA95-4CDC-834C-F4D908C80230}" dt="2025-02-09T23:43:58.113" v="517" actId="20577"/>
          <ac:spMkLst>
            <pc:docMk/>
            <pc:sldMk cId="2815679427" sldId="294"/>
            <ac:spMk id="8" creationId="{0DA14DBA-172E-DA2C-0573-6A00BF18F4A5}"/>
          </ac:spMkLst>
        </pc:spChg>
        <pc:spChg chg="add mod">
          <ac:chgData name="Christian Camilo Cano Vasquez" userId="8c73a2a4-758b-4e34-81ed-39462e48bd92" providerId="ADAL" clId="{83A706B2-AA95-4CDC-834C-F4D908C80230}" dt="2025-02-09T23:38:32.744" v="355" actId="1076"/>
          <ac:spMkLst>
            <pc:docMk/>
            <pc:sldMk cId="2815679427" sldId="294"/>
            <ac:spMk id="9" creationId="{4D1551B0-A822-E426-5721-B1FC37702FCB}"/>
          </ac:spMkLst>
        </pc:spChg>
        <pc:spChg chg="add mod">
          <ac:chgData name="Christian Camilo Cano Vasquez" userId="8c73a2a4-758b-4e34-81ed-39462e48bd92" providerId="ADAL" clId="{83A706B2-AA95-4CDC-834C-F4D908C80230}" dt="2025-02-09T23:38:32.744" v="355" actId="1076"/>
          <ac:spMkLst>
            <pc:docMk/>
            <pc:sldMk cId="2815679427" sldId="294"/>
            <ac:spMk id="11" creationId="{EFED69C0-44A5-9995-03AC-A48118DEE677}"/>
          </ac:spMkLst>
        </pc:spChg>
        <pc:spChg chg="mod">
          <ac:chgData name="Christian Camilo Cano Vasquez" userId="8c73a2a4-758b-4e34-81ed-39462e48bd92" providerId="ADAL" clId="{83A706B2-AA95-4CDC-834C-F4D908C80230}" dt="2025-02-09T23:38:57.830" v="367" actId="20577"/>
          <ac:spMkLst>
            <pc:docMk/>
            <pc:sldMk cId="2815679427" sldId="294"/>
            <ac:spMk id="16" creationId="{2B8D44BF-A3B5-6BED-C39C-FA8260E83536}"/>
          </ac:spMkLst>
        </pc:spChg>
        <pc:picChg chg="add mod">
          <ac:chgData name="Christian Camilo Cano Vasquez" userId="8c73a2a4-758b-4e34-81ed-39462e48bd92" providerId="ADAL" clId="{83A706B2-AA95-4CDC-834C-F4D908C80230}" dt="2025-02-09T23:38:32.744" v="355" actId="1076"/>
          <ac:picMkLst>
            <pc:docMk/>
            <pc:sldMk cId="2815679427" sldId="294"/>
            <ac:picMk id="10" creationId="{EA7B2FC2-D98A-62A1-228C-2882147646FE}"/>
          </ac:picMkLst>
        </pc:picChg>
      </pc:sldChg>
      <pc:sldChg chg="addSp delSp modSp new mod">
        <pc:chgData name="Christian Camilo Cano Vasquez" userId="8c73a2a4-758b-4e34-81ed-39462e48bd92" providerId="ADAL" clId="{83A706B2-AA95-4CDC-834C-F4D908C80230}" dt="2025-02-09T23:17:54.551" v="115" actId="403"/>
        <pc:sldMkLst>
          <pc:docMk/>
          <pc:sldMk cId="1640019522" sldId="295"/>
        </pc:sldMkLst>
        <pc:spChg chg="del">
          <ac:chgData name="Christian Camilo Cano Vasquez" userId="8c73a2a4-758b-4e34-81ed-39462e48bd92" providerId="ADAL" clId="{83A706B2-AA95-4CDC-834C-F4D908C80230}" dt="2025-02-09T23:17:37.829" v="108" actId="478"/>
          <ac:spMkLst>
            <pc:docMk/>
            <pc:sldMk cId="1640019522" sldId="295"/>
            <ac:spMk id="2" creationId="{5D66A4B3-0EC3-435E-57A3-EB664561ABDB}"/>
          </ac:spMkLst>
        </pc:spChg>
        <pc:spChg chg="del">
          <ac:chgData name="Christian Camilo Cano Vasquez" userId="8c73a2a4-758b-4e34-81ed-39462e48bd92" providerId="ADAL" clId="{83A706B2-AA95-4CDC-834C-F4D908C80230}" dt="2025-02-09T23:17:45.590" v="109"/>
          <ac:spMkLst>
            <pc:docMk/>
            <pc:sldMk cId="1640019522" sldId="295"/>
            <ac:spMk id="3" creationId="{A7B12427-6892-E9F1-A7EF-25CEDC14529C}"/>
          </ac:spMkLst>
        </pc:spChg>
        <pc:spChg chg="add mod">
          <ac:chgData name="Christian Camilo Cano Vasquez" userId="8c73a2a4-758b-4e34-81ed-39462e48bd92" providerId="ADAL" clId="{83A706B2-AA95-4CDC-834C-F4D908C80230}" dt="2025-02-09T23:17:54.551" v="115" actId="403"/>
          <ac:spMkLst>
            <pc:docMk/>
            <pc:sldMk cId="1640019522" sldId="295"/>
            <ac:spMk id="6" creationId="{AF6692CA-D0D0-2BAF-E673-933E02AE2BB8}"/>
          </ac:spMkLst>
        </pc:spChg>
      </pc:sldChg>
      <pc:sldChg chg="modSp add mod">
        <pc:chgData name="Christian Camilo Cano Vasquez" userId="8c73a2a4-758b-4e34-81ed-39462e48bd92" providerId="ADAL" clId="{83A706B2-AA95-4CDC-834C-F4D908C80230}" dt="2025-02-09T23:18:46.605" v="158" actId="20577"/>
        <pc:sldMkLst>
          <pc:docMk/>
          <pc:sldMk cId="3873318961" sldId="296"/>
        </pc:sldMkLst>
        <pc:spChg chg="mod">
          <ac:chgData name="Christian Camilo Cano Vasquez" userId="8c73a2a4-758b-4e34-81ed-39462e48bd92" providerId="ADAL" clId="{83A706B2-AA95-4CDC-834C-F4D908C80230}" dt="2025-02-09T23:18:46.605" v="158" actId="20577"/>
          <ac:spMkLst>
            <pc:docMk/>
            <pc:sldMk cId="3873318961" sldId="296"/>
            <ac:spMk id="6" creationId="{8111062F-F9A0-241E-6CCB-6E8BE4D8C60A}"/>
          </ac:spMkLst>
        </pc:spChg>
      </pc:sldChg>
      <pc:sldChg chg="modSp add mod">
        <pc:chgData name="Christian Camilo Cano Vasquez" userId="8c73a2a4-758b-4e34-81ed-39462e48bd92" providerId="ADAL" clId="{83A706B2-AA95-4CDC-834C-F4D908C80230}" dt="2025-02-10T11:46:25.185" v="655" actId="20577"/>
        <pc:sldMkLst>
          <pc:docMk/>
          <pc:sldMk cId="3454032079" sldId="297"/>
        </pc:sldMkLst>
        <pc:spChg chg="mod">
          <ac:chgData name="Christian Camilo Cano Vasquez" userId="8c73a2a4-758b-4e34-81ed-39462e48bd92" providerId="ADAL" clId="{83A706B2-AA95-4CDC-834C-F4D908C80230}" dt="2025-02-09T23:26:45.534" v="237" actId="20577"/>
          <ac:spMkLst>
            <pc:docMk/>
            <pc:sldMk cId="3454032079" sldId="297"/>
            <ac:spMk id="2" creationId="{181326FD-308E-2C47-D5D2-57B3357241AA}"/>
          </ac:spMkLst>
        </pc:spChg>
        <pc:spChg chg="mod">
          <ac:chgData name="Christian Camilo Cano Vasquez" userId="8c73a2a4-758b-4e34-81ed-39462e48bd92" providerId="ADAL" clId="{83A706B2-AA95-4CDC-834C-F4D908C80230}" dt="2025-02-09T23:26:13.591" v="226" actId="20577"/>
          <ac:spMkLst>
            <pc:docMk/>
            <pc:sldMk cId="3454032079" sldId="297"/>
            <ac:spMk id="8" creationId="{B08C2240-8810-4E0A-7DCF-E62A8271EA2E}"/>
          </ac:spMkLst>
        </pc:spChg>
        <pc:spChg chg="mod">
          <ac:chgData name="Christian Camilo Cano Vasquez" userId="8c73a2a4-758b-4e34-81ed-39462e48bd92" providerId="ADAL" clId="{83A706B2-AA95-4CDC-834C-F4D908C80230}" dt="2025-02-09T23:26:17.294" v="229" actId="20577"/>
          <ac:spMkLst>
            <pc:docMk/>
            <pc:sldMk cId="3454032079" sldId="297"/>
            <ac:spMk id="9" creationId="{BBDDC809-0F06-CBE2-4D1A-3A2FA36C33A8}"/>
          </ac:spMkLst>
        </pc:spChg>
        <pc:spChg chg="mod">
          <ac:chgData name="Christian Camilo Cano Vasquez" userId="8c73a2a4-758b-4e34-81ed-39462e48bd92" providerId="ADAL" clId="{83A706B2-AA95-4CDC-834C-F4D908C80230}" dt="2025-02-10T11:46:25.185" v="655" actId="20577"/>
          <ac:spMkLst>
            <pc:docMk/>
            <pc:sldMk cId="3454032079" sldId="297"/>
            <ac:spMk id="16" creationId="{5AC39480-E3E5-69B1-401F-A50C45531EF2}"/>
          </ac:spMkLst>
        </pc:spChg>
      </pc:sldChg>
      <pc:sldChg chg="modSp add mod">
        <pc:chgData name="Christian Camilo Cano Vasquez" userId="8c73a2a4-758b-4e34-81ed-39462e48bd92" providerId="ADAL" clId="{83A706B2-AA95-4CDC-834C-F4D908C80230}" dt="2025-02-09T23:36:30.584" v="342" actId="20577"/>
        <pc:sldMkLst>
          <pc:docMk/>
          <pc:sldMk cId="2103719889" sldId="298"/>
        </pc:sldMkLst>
        <pc:spChg chg="mod">
          <ac:chgData name="Christian Camilo Cano Vasquez" userId="8c73a2a4-758b-4e34-81ed-39462e48bd92" providerId="ADAL" clId="{83A706B2-AA95-4CDC-834C-F4D908C80230}" dt="2025-02-09T23:36:30.584" v="342" actId="20577"/>
          <ac:spMkLst>
            <pc:docMk/>
            <pc:sldMk cId="2103719889" sldId="298"/>
            <ac:spMk id="2" creationId="{8D88CB07-C5F5-9BB7-9F41-E171F0F0E2B9}"/>
          </ac:spMkLst>
        </pc:spChg>
        <pc:spChg chg="mod">
          <ac:chgData name="Christian Camilo Cano Vasquez" userId="8c73a2a4-758b-4e34-81ed-39462e48bd92" providerId="ADAL" clId="{83A706B2-AA95-4CDC-834C-F4D908C80230}" dt="2025-02-09T23:35:30.421" v="324" actId="20577"/>
          <ac:spMkLst>
            <pc:docMk/>
            <pc:sldMk cId="2103719889" sldId="298"/>
            <ac:spMk id="9" creationId="{2BDFECD2-156D-6697-CFBF-8CD783F9B986}"/>
          </ac:spMkLst>
        </pc:spChg>
        <pc:spChg chg="mod">
          <ac:chgData name="Christian Camilo Cano Vasquez" userId="8c73a2a4-758b-4e34-81ed-39462e48bd92" providerId="ADAL" clId="{83A706B2-AA95-4CDC-834C-F4D908C80230}" dt="2025-02-09T23:35:34.437" v="331" actId="20577"/>
          <ac:spMkLst>
            <pc:docMk/>
            <pc:sldMk cId="2103719889" sldId="298"/>
            <ac:spMk id="10" creationId="{3BFC64CA-DE35-A528-CF09-36A26DB3DEE4}"/>
          </ac:spMkLst>
        </pc:spChg>
        <pc:spChg chg="mod">
          <ac:chgData name="Christian Camilo Cano Vasquez" userId="8c73a2a4-758b-4e34-81ed-39462e48bd92" providerId="ADAL" clId="{83A706B2-AA95-4CDC-834C-F4D908C80230}" dt="2025-02-09T23:35:16.010" v="319" actId="20577"/>
          <ac:spMkLst>
            <pc:docMk/>
            <pc:sldMk cId="2103719889" sldId="298"/>
            <ac:spMk id="16" creationId="{53FFBD12-4EFF-41C1-4765-2AD268B2BD94}"/>
          </ac:spMkLst>
        </pc:spChg>
      </pc:sldChg>
      <pc:sldChg chg="modSp add mod">
        <pc:chgData name="Christian Camilo Cano Vasquez" userId="8c73a2a4-758b-4e34-81ed-39462e48bd92" providerId="ADAL" clId="{83A706B2-AA95-4CDC-834C-F4D908C80230}" dt="2025-02-09T23:43:30.035" v="490" actId="20577"/>
        <pc:sldMkLst>
          <pc:docMk/>
          <pc:sldMk cId="2685215753" sldId="299"/>
        </pc:sldMkLst>
        <pc:spChg chg="mod">
          <ac:chgData name="Christian Camilo Cano Vasquez" userId="8c73a2a4-758b-4e34-81ed-39462e48bd92" providerId="ADAL" clId="{83A706B2-AA95-4CDC-834C-F4D908C80230}" dt="2025-02-09T23:43:30.035" v="490" actId="20577"/>
          <ac:spMkLst>
            <pc:docMk/>
            <pc:sldMk cId="2685215753" sldId="299"/>
            <ac:spMk id="2" creationId="{43D7D9E5-DAC3-2BB8-7377-826863CBAD4E}"/>
          </ac:spMkLst>
        </pc:spChg>
        <pc:spChg chg="mod">
          <ac:chgData name="Christian Camilo Cano Vasquez" userId="8c73a2a4-758b-4e34-81ed-39462e48bd92" providerId="ADAL" clId="{83A706B2-AA95-4CDC-834C-F4D908C80230}" dt="2025-02-09T23:43:03.787" v="468" actId="1076"/>
          <ac:spMkLst>
            <pc:docMk/>
            <pc:sldMk cId="2685215753" sldId="299"/>
            <ac:spMk id="8" creationId="{643565A9-7DB6-D6EE-152F-2852C8BA7986}"/>
          </ac:spMkLst>
        </pc:spChg>
        <pc:spChg chg="mod">
          <ac:chgData name="Christian Camilo Cano Vasquez" userId="8c73a2a4-758b-4e34-81ed-39462e48bd92" providerId="ADAL" clId="{83A706B2-AA95-4CDC-834C-F4D908C80230}" dt="2025-02-09T23:43:18.188" v="482" actId="20577"/>
          <ac:spMkLst>
            <pc:docMk/>
            <pc:sldMk cId="2685215753" sldId="299"/>
            <ac:spMk id="16" creationId="{C096193E-AB86-E3CD-BDAC-0F9156C1A3F0}"/>
          </ac:spMkLst>
        </pc:spChg>
      </pc:sldChg>
      <pc:sldChg chg="modSp add mod">
        <pc:chgData name="Christian Camilo Cano Vasquez" userId="8c73a2a4-758b-4e34-81ed-39462e48bd92" providerId="ADAL" clId="{83A706B2-AA95-4CDC-834C-F4D908C80230}" dt="2025-02-09T23:48:20.230" v="543" actId="20577"/>
        <pc:sldMkLst>
          <pc:docMk/>
          <pc:sldMk cId="1023731220" sldId="300"/>
        </pc:sldMkLst>
        <pc:spChg chg="mod">
          <ac:chgData name="Christian Camilo Cano Vasquez" userId="8c73a2a4-758b-4e34-81ed-39462e48bd92" providerId="ADAL" clId="{83A706B2-AA95-4CDC-834C-F4D908C80230}" dt="2025-02-09T23:45:57.548" v="541" actId="20577"/>
          <ac:spMkLst>
            <pc:docMk/>
            <pc:sldMk cId="1023731220" sldId="300"/>
            <ac:spMk id="8" creationId="{B0CFB20A-64F3-A296-71E8-F4FA17D35314}"/>
          </ac:spMkLst>
        </pc:spChg>
        <pc:spChg chg="mod">
          <ac:chgData name="Christian Camilo Cano Vasquez" userId="8c73a2a4-758b-4e34-81ed-39462e48bd92" providerId="ADAL" clId="{83A706B2-AA95-4CDC-834C-F4D908C80230}" dt="2025-02-09T23:48:20.230" v="543" actId="20577"/>
          <ac:spMkLst>
            <pc:docMk/>
            <pc:sldMk cId="1023731220" sldId="300"/>
            <ac:spMk id="16" creationId="{E1662E38-DE72-ADF3-A38E-08ED40DCC2AD}"/>
          </ac:spMkLst>
        </pc:spChg>
      </pc:sldChg>
      <pc:sldChg chg="modSp add mod">
        <pc:chgData name="Christian Camilo Cano Vasquez" userId="8c73a2a4-758b-4e34-81ed-39462e48bd92" providerId="ADAL" clId="{83A706B2-AA95-4CDC-834C-F4D908C80230}" dt="2025-02-10T08:28:14.084" v="652" actId="20577"/>
        <pc:sldMkLst>
          <pc:docMk/>
          <pc:sldMk cId="699864314" sldId="301"/>
        </pc:sldMkLst>
        <pc:spChg chg="mod">
          <ac:chgData name="Christian Camilo Cano Vasquez" userId="8c73a2a4-758b-4e34-81ed-39462e48bd92" providerId="ADAL" clId="{83A706B2-AA95-4CDC-834C-F4D908C80230}" dt="2025-02-09T23:49:32.025" v="650" actId="20577"/>
          <ac:spMkLst>
            <pc:docMk/>
            <pc:sldMk cId="699864314" sldId="301"/>
            <ac:spMk id="2" creationId="{42D73A2E-0E5A-8A39-6B70-F9E94D6DBB70}"/>
          </ac:spMkLst>
        </pc:spChg>
        <pc:spChg chg="mod">
          <ac:chgData name="Christian Camilo Cano Vasquez" userId="8c73a2a4-758b-4e34-81ed-39462e48bd92" providerId="ADAL" clId="{83A706B2-AA95-4CDC-834C-F4D908C80230}" dt="2025-02-10T08:28:14.084" v="652" actId="20577"/>
          <ac:spMkLst>
            <pc:docMk/>
            <pc:sldMk cId="699864314" sldId="301"/>
            <ac:spMk id="16" creationId="{1E256546-3103-104D-A87F-78AEBE5D595E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ADD96E76-517F-B468-04D8-38EFA44947E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678D0B9-782A-7C16-D731-EEB7F991FA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38F8DC-35B0-48E6-A86E-42F1F08DD00F}" type="datetimeFigureOut">
              <a:rPr lang="es-ES" smtClean="0"/>
              <a:t>12/03/2026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F2E7B1C-60E2-8A48-EEE0-6715FC30A8B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428D795-4EA2-62F0-B78A-5F215C828C5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6A549-763A-4A89-A454-A94BAF51395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034777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CBDC12-F39B-4B97-8F4D-6734F9D366FF}" type="datetimeFigureOut">
              <a:rPr lang="es-ES" smtClean="0"/>
              <a:t>12/03/2026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6223B9-C868-4436-87D9-1A3152E115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342111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C5711-C157-AA5E-1EA1-9F4C3F40B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FFA117F6-F66D-FFD4-422F-EBD94B31F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2B512FE-9F6C-4ABD-23FA-CA518B458D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624E7A5-CBFC-658B-8E88-8AF8084D5B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329614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1B4D0-E4AD-216D-42AF-47F1027FD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E1BAE3D2-9EA9-0AB8-704B-03F7789851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582509A8-A362-C526-2713-D05F287ED1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D815D53-0397-C001-800E-4F6DFC2E8D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0908547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87CCA2-7BEF-0258-EFCA-52A26BE336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F7E21C7B-8139-6389-A1B8-94FF67BBA4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245D2B71-A961-821D-986A-D437EAE4AF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C4185C8-F52D-D28C-842D-E507FE8F90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907028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93BBE-3704-D894-1C10-5488EE611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9BB04E2-F70F-42F7-9964-3D274C49FB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664AEC-7D1D-9DDC-3B94-3AE8450C7E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8F62EEB-2D30-2026-D252-4267AF6882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160790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55F21-FA4E-0D24-7D32-402600FC3A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B888DE3-6423-6489-D25A-920369CF43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70B5356-1664-56CA-2874-49D792139A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3322968-BBF8-0845-02DC-3816A8C4C5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098505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358074-EC59-2B35-024F-DBEFD5203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C631469-6B07-B8A7-195E-A7B011D2CA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79B1944-F96C-4008-6995-EED5432368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0AFB46D-2969-B6ED-4B58-D9BA3CCE93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952158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B8A064-D510-EDA8-C264-6578DA773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9D7DAD6-2B1C-C1F8-FFCF-85CF5DAC01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4D717E5F-1CC5-E145-EF5D-B7B958685D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00A6770-EAAD-3BE8-D0D4-3C23516A30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415027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404F9B-E62C-BD6E-D62E-E886644D2B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EC6EA60F-BFBE-0E82-A107-13C886E8AD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19E11DDB-09F9-215E-9D18-5BC00822D2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F5BA00C-F944-B79D-5D41-3E14822722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2860859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9B1BCD-A785-284C-13D5-27D40FCF6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E3D5A9E-3123-B25E-675A-CA68903807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E7FC4678-59AA-5D0E-9D54-BB2EF014F4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1668C13-5B7D-4C74-6ADE-DB084C078C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3108544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C5711-C157-AA5E-1EA1-9F4C3F40B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FFA117F6-F66D-FFD4-422F-EBD94B31F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2B512FE-9F6C-4ABD-23FA-CA518B458D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624E7A5-CBFC-658B-8E88-8AF8084D5B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3296143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5F4BD2-5038-94DE-765B-DBE58F3CD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ECC9083-AA6F-622A-D5DA-7798C9C2BB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E861A3D-2B69-0FF3-56AA-CE6EF8AB2C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EE775DA-D5E0-54F3-A278-E7811CC525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2048334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F12144-FCBE-6A8A-A0AE-4B9D57DA8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8B7E8D5-CF3D-FB31-A479-FE9B4678B4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E98ECD-779C-B147-FA65-387301E8BD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4D029A2-BBAC-779C-5358-BB9C7A2A12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6451984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B88A06-F8DA-BCFF-A452-E956818D7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C143F99B-D64A-7965-83B6-D4F474ACBD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F2F5A6D-A04D-C464-4723-2B16DD284F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50612A6-1FCC-EAF4-1449-BE24E8178E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7596385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6B1C6-3682-4180-87C4-06A6C4E80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AAE3208-A690-FD1F-E94C-D310F334A7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8F7B85C-6C72-3DDD-289B-E766AA64E9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91AFB1E-8F28-1193-6909-CAB4A27B11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3517099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42FF04-354D-A88C-464E-182C03B69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7FF1F95-F06D-DD20-10EB-B328008BE1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5EE38D03-7E49-7D02-CDE7-89705EDCC1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5EF324F-9132-A1D8-6A09-F547CE0E62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1444485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0BA22-DBA9-14F1-E21B-ACB4C6B7F3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316E6B2-214F-F40F-258D-FF87081027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1DB75D3B-42C9-35E9-99BA-0268BA7146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A531B01-1E40-9F79-3CC8-FA6E8156BA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20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1495306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9FBB4B-7845-FA96-E868-69F7B20CF7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421AC60-A19F-7479-BD18-BFD17D6C8E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8196D2DE-9974-E312-B783-3105841852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28C9CAD-A008-E11A-2316-20ABE668D2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21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355568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18B0B-1527-F1CE-B7C6-3A4EEEE44F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BD26890C-BFDE-EB57-C86A-5199A0D962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2EEF1C62-7FB2-EC14-4109-CC2B3204CE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88CFB6A-4B50-8F81-53B5-44C94D279B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22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1556084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AB0316-AC41-559E-1713-C832BA910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AD092AB-7369-19B2-A8F6-C51BB05DF1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4D2C1F0-1595-27F0-4990-F879DB07D0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F8BD77E-CDB8-5FEE-F3E0-FD65E4A387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23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2682084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5E199-9CF8-2835-9BCF-621D6C7BC6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B1048C72-90C5-053B-386D-91235A6ACC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FFB8396-914E-2431-9C60-54E8ADCE6F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79FF6E8-14D3-BD98-1A19-4A5C358143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24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0327818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C51B8F-0BAA-DFA5-FC08-E7A2D2A191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E66412EC-C883-0879-A0AA-E3533CCDAE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ABDEC06-7CE9-1D0E-D803-824ABB0B78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DA91EAB-E4D0-670B-69C7-261F84E05E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25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461623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2.0. COUPLERS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90550" y="206752"/>
            <a:ext cx="10991850" cy="307777"/>
          </a:xfrm>
        </p:spPr>
        <p:txBody>
          <a:bodyPr lIns="0" tIns="0" rIns="0" bIns="0"/>
          <a:lstStyle>
            <a:lvl1pPr>
              <a:defRPr sz="20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2152910"/>
            <a:ext cx="10972800" cy="3950710"/>
          </a:xfrm>
        </p:spPr>
        <p:txBody>
          <a:bodyPr lIns="0" tIns="0" rIns="0" bIns="0"/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09600" y="6457057"/>
            <a:ext cx="2743200" cy="184666"/>
          </a:xfrm>
        </p:spPr>
        <p:txBody>
          <a:bodyPr lIns="0" tIns="0" rIns="0" bIns="0" anchor="ctr"/>
          <a:lstStyle>
            <a:lvl1pPr>
              <a:defRPr sz="12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2.0. COUPLERS</a:t>
            </a:r>
            <a:endParaRPr spc="-5"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2636520"/>
            <a:ext cx="3944620" cy="1584960"/>
          </a:xfrm>
          <a:custGeom>
            <a:avLst/>
            <a:gdLst/>
            <a:ahLst/>
            <a:cxnLst/>
            <a:rect l="l" t="t" r="r" b="b"/>
            <a:pathLst>
              <a:path w="3944620" h="1584960">
                <a:moveTo>
                  <a:pt x="0" y="1584959"/>
                </a:moveTo>
                <a:lnTo>
                  <a:pt x="3944112" y="1584959"/>
                </a:lnTo>
                <a:lnTo>
                  <a:pt x="3944112" y="0"/>
                </a:lnTo>
                <a:lnTo>
                  <a:pt x="0" y="0"/>
                </a:lnTo>
                <a:lnTo>
                  <a:pt x="0" y="158495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k object 17"/>
          <p:cNvSpPr/>
          <p:nvPr/>
        </p:nvSpPr>
        <p:spPr>
          <a:xfrm>
            <a:off x="771144" y="2951988"/>
            <a:ext cx="2403348" cy="95402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>
          <a:xfrm>
            <a:off x="92964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6" name="Gráfico 5">
            <a:extLst>
              <a:ext uri="{FF2B5EF4-FFF2-40B4-BE49-F238E27FC236}">
                <a16:creationId xmlns:a16="http://schemas.microsoft.com/office/drawing/2014/main" id="{F5CB4B75-CC85-5F87-B13B-97FD63FFBC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91213" y="6357666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594327" y="4722313"/>
            <a:ext cx="1521016" cy="125385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>
          <a:xfrm>
            <a:off x="93726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9F3DE434-B07E-429D-5547-0D42DA9B05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891539" y="5283707"/>
            <a:ext cx="2624328" cy="1574289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986910" y="1699005"/>
            <a:ext cx="2599054" cy="2692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695950" y="6465068"/>
            <a:ext cx="1210945" cy="153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2.0. COUPLERS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hd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4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4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4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3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4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3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4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3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4.sv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3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4.sv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3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4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4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0.png"/><Relationship Id="rId5" Type="http://schemas.openxmlformats.org/officeDocument/2006/relationships/image" Target="../media/image34.png"/><Relationship Id="rId4" Type="http://schemas.openxmlformats.org/officeDocument/2006/relationships/image" Target="../media/image4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png"/><Relationship Id="rId4" Type="http://schemas.openxmlformats.org/officeDocument/2006/relationships/image" Target="../media/image4.sv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4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4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4.sv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.sv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.sv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.sv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3.png"/><Relationship Id="rId7" Type="http://schemas.openxmlformats.org/officeDocument/2006/relationships/image" Target="../media/image5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.sv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2749676" y="4919853"/>
            <a:ext cx="610679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3200" b="1" dirty="0" err="1">
                <a:latin typeface="Lucida Sans"/>
                <a:cs typeface="Lucida Sans"/>
              </a:rPr>
              <a:t>Lab</a:t>
            </a:r>
            <a:r>
              <a:rPr lang="es-ES" sz="3200" b="1" dirty="0">
                <a:latin typeface="Lucida Sans"/>
                <a:cs typeface="Lucida Sans"/>
              </a:rPr>
              <a:t> Book 2.0. </a:t>
            </a:r>
            <a:r>
              <a:rPr lang="es-ES" sz="3200" b="1" dirty="0" err="1">
                <a:latin typeface="Lucida Sans"/>
                <a:cs typeface="Lucida Sans"/>
              </a:rPr>
              <a:t>Couplers</a:t>
            </a:r>
            <a:endParaRPr sz="3200" dirty="0">
              <a:latin typeface="Lucida Sans"/>
              <a:cs typeface="Lucida San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749676" y="5610250"/>
            <a:ext cx="8223124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pc="165" dirty="0" err="1">
                <a:latin typeface="Arial"/>
                <a:cs typeface="Arial"/>
              </a:rPr>
              <a:t>Student</a:t>
            </a:r>
            <a:r>
              <a:rPr lang="es-ES" spc="165" dirty="0">
                <a:latin typeface="Arial"/>
                <a:cs typeface="Arial"/>
              </a:rPr>
              <a:t>: Roberto Fernández Sevilla </a:t>
            </a:r>
            <a:endParaRPr sz="1800" dirty="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0" y="0"/>
            <a:ext cx="12192000" cy="418947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6F66F51-9238-50FE-85C2-BAC3DA79D76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</a:t>
            </a:fld>
            <a:endParaRPr lang="es-E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8A4D4-C3C4-085B-A7AD-EA04D83F4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1B7433F1-7A0E-D925-6140-7305139D05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6153785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2500" u="sng" spc="-5" dirty="0" err="1">
                <a:latin typeface="+mj-lt"/>
                <a:cs typeface="Lucida Sans"/>
              </a:rPr>
              <a:t>Instructions</a:t>
            </a:r>
            <a:br>
              <a:rPr lang="es-ES" sz="2400" spc="-5" dirty="0">
                <a:latin typeface="+mj-lt"/>
                <a:cs typeface="Lucida Sans"/>
              </a:rPr>
            </a:br>
            <a:r>
              <a:rPr lang="es-ES" b="0" spc="-5" dirty="0">
                <a:latin typeface="+mj-lt"/>
                <a:cs typeface="Lucida Sans"/>
              </a:rPr>
              <a:t>General</a:t>
            </a:r>
            <a:endParaRPr sz="24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E518E73B-CE22-A00C-9C86-634FB762EE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1E163A6B-DFE4-C67D-5F3E-A56ACEF2EA4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5FC84FF-30D3-FDAB-0A5A-0F07F8EE1161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9F7BC140-B3D8-C3CB-55AD-9064C7CDE9CA}"/>
              </a:ext>
            </a:extLst>
          </p:cNvPr>
          <p:cNvSpPr txBox="1">
            <a:spLocks/>
          </p:cNvSpPr>
          <p:nvPr/>
        </p:nvSpPr>
        <p:spPr>
          <a:xfrm>
            <a:off x="608011" y="1163263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sz="2000" b="1" kern="0" dirty="0">
                <a:solidFill>
                  <a:sysClr val="windowText" lastClr="000000"/>
                </a:solidFill>
                <a:sym typeface="Wingdings" pitchFamily="2" charset="2"/>
              </a:rPr>
              <a:t>SCRIPTS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From 	GitHub 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Fork the repo: https://github.com/cccanvas-upv/pic-upv-lab2.git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Clone the repo using </a:t>
            </a:r>
            <a:r>
              <a:rPr lang="en-US" kern="0" dirty="0" err="1">
                <a:solidFill>
                  <a:sysClr val="windowText" lastClr="000000"/>
                </a:solidFill>
                <a:sym typeface="Wingdings" pitchFamily="2" charset="2"/>
              </a:rPr>
              <a:t>VSCode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</a:rPr>
              <a:t>Run the </a:t>
            </a:r>
            <a:r>
              <a:rPr lang="en-US" kern="0" dirty="0" err="1">
                <a:solidFill>
                  <a:sysClr val="windowText" lastClr="000000"/>
                </a:solidFill>
              </a:rPr>
              <a:t>Jupyter</a:t>
            </a:r>
            <a:r>
              <a:rPr lang="en-US" kern="0" dirty="0">
                <a:solidFill>
                  <a:sysClr val="windowText" lastClr="000000"/>
                </a:solidFill>
              </a:rPr>
              <a:t> Notebook: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 err="1">
                <a:solidFill>
                  <a:sysClr val="windowText" lastClr="000000"/>
                </a:solidFill>
              </a:rPr>
              <a:t>COUPLERS_Student.ipynb</a:t>
            </a:r>
            <a:r>
              <a:rPr lang="en-US" kern="0" dirty="0">
                <a:solidFill>
                  <a:sysClr val="windowText" lastClr="000000"/>
                </a:solidFill>
              </a:rPr>
              <a:t> </a:t>
            </a:r>
          </a:p>
          <a:p>
            <a:pPr algn="just"/>
            <a:endParaRPr lang="en-US" b="1" i="1" dirty="0"/>
          </a:p>
          <a:p>
            <a:pPr algn="just"/>
            <a:r>
              <a:rPr lang="en-US" b="1" i="1" dirty="0"/>
              <a:t>Cross-Sections </a:t>
            </a:r>
            <a:r>
              <a:rPr lang="en-US" i="1" dirty="0"/>
              <a:t>to be studied:</a:t>
            </a:r>
            <a:endParaRPr lang="en-US" b="1" i="1" dirty="0"/>
          </a:p>
          <a:p>
            <a:pPr algn="just"/>
            <a:endParaRPr lang="en-US" sz="2000" b="1" i="1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96" name="object 7">
            <a:extLst>
              <a:ext uri="{FF2B5EF4-FFF2-40B4-BE49-F238E27FC236}">
                <a16:creationId xmlns:a16="http://schemas.microsoft.com/office/drawing/2014/main" id="{BB459788-0671-D4BA-B6DB-A3544D24EA92}"/>
              </a:ext>
            </a:extLst>
          </p:cNvPr>
          <p:cNvSpPr/>
          <p:nvPr/>
        </p:nvSpPr>
        <p:spPr>
          <a:xfrm>
            <a:off x="1241591" y="3685362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97" name="object 62">
            <a:extLst>
              <a:ext uri="{FF2B5EF4-FFF2-40B4-BE49-F238E27FC236}">
                <a16:creationId xmlns:a16="http://schemas.microsoft.com/office/drawing/2014/main" id="{13E0425E-CEDF-CBC4-B34B-0CC3951920EA}"/>
              </a:ext>
            </a:extLst>
          </p:cNvPr>
          <p:cNvSpPr/>
          <p:nvPr/>
        </p:nvSpPr>
        <p:spPr>
          <a:xfrm>
            <a:off x="1795778" y="4331380"/>
            <a:ext cx="67949" cy="610424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8" name="object 63">
            <a:extLst>
              <a:ext uri="{FF2B5EF4-FFF2-40B4-BE49-F238E27FC236}">
                <a16:creationId xmlns:a16="http://schemas.microsoft.com/office/drawing/2014/main" id="{FDE45797-C0E3-ACE0-F66B-057BDEDB9070}"/>
              </a:ext>
            </a:extLst>
          </p:cNvPr>
          <p:cNvSpPr txBox="1"/>
          <p:nvPr/>
        </p:nvSpPr>
        <p:spPr>
          <a:xfrm>
            <a:off x="1229760" y="4389164"/>
            <a:ext cx="577850" cy="4540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 algn="ctr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latin typeface="Calibri"/>
                <a:cs typeface="Calibri"/>
              </a:rPr>
              <a:t>h</a:t>
            </a:r>
          </a:p>
          <a:p>
            <a:pPr marR="5080" algn="ctr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latin typeface="Calibri"/>
                <a:cs typeface="Calibri"/>
              </a:rPr>
              <a:t>(h</a:t>
            </a:r>
            <a:r>
              <a:rPr sz="1400" dirty="0">
                <a:latin typeface="Calibri"/>
                <a:cs typeface="Calibri"/>
              </a:rPr>
              <a:t>eig</a:t>
            </a:r>
            <a:r>
              <a:rPr sz="1400" spc="-25" dirty="0">
                <a:latin typeface="Calibri"/>
                <a:cs typeface="Calibri"/>
              </a:rPr>
              <a:t>h</a:t>
            </a:r>
            <a:r>
              <a:rPr sz="1400" spc="-5" dirty="0">
                <a:latin typeface="Calibri"/>
                <a:cs typeface="Calibri"/>
              </a:rPr>
              <a:t>t</a:t>
            </a:r>
            <a:r>
              <a:rPr sz="1400" dirty="0">
                <a:latin typeface="Calibri"/>
                <a:cs typeface="Calibri"/>
              </a:rPr>
              <a:t>)</a:t>
            </a:r>
          </a:p>
        </p:txBody>
      </p:sp>
      <p:sp>
        <p:nvSpPr>
          <p:cNvPr id="99" name="object 64">
            <a:extLst>
              <a:ext uri="{FF2B5EF4-FFF2-40B4-BE49-F238E27FC236}">
                <a16:creationId xmlns:a16="http://schemas.microsoft.com/office/drawing/2014/main" id="{ABAAA5DD-56CA-BF94-2180-F0866658B6B3}"/>
              </a:ext>
            </a:extLst>
          </p:cNvPr>
          <p:cNvSpPr/>
          <p:nvPr/>
        </p:nvSpPr>
        <p:spPr>
          <a:xfrm>
            <a:off x="1948179" y="4155787"/>
            <a:ext cx="914400" cy="89266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0" name="object 65">
            <a:extLst>
              <a:ext uri="{FF2B5EF4-FFF2-40B4-BE49-F238E27FC236}">
                <a16:creationId xmlns:a16="http://schemas.microsoft.com/office/drawing/2014/main" id="{A1EF013C-5123-D9A7-DC76-FEFD731E96E2}"/>
              </a:ext>
            </a:extLst>
          </p:cNvPr>
          <p:cNvSpPr txBox="1"/>
          <p:nvPr/>
        </p:nvSpPr>
        <p:spPr>
          <a:xfrm>
            <a:off x="2073955" y="3856694"/>
            <a:ext cx="73342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lang="es-ES"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01" name="object 73">
            <a:extLst>
              <a:ext uri="{FF2B5EF4-FFF2-40B4-BE49-F238E27FC236}">
                <a16:creationId xmlns:a16="http://schemas.microsoft.com/office/drawing/2014/main" id="{4C5C0871-D9B5-E642-7661-FFBCAD75720B}"/>
              </a:ext>
            </a:extLst>
          </p:cNvPr>
          <p:cNvSpPr txBox="1"/>
          <p:nvPr/>
        </p:nvSpPr>
        <p:spPr>
          <a:xfrm>
            <a:off x="3523559" y="4331380"/>
            <a:ext cx="984979" cy="610424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02" name="object 74">
            <a:extLst>
              <a:ext uri="{FF2B5EF4-FFF2-40B4-BE49-F238E27FC236}">
                <a16:creationId xmlns:a16="http://schemas.microsoft.com/office/drawing/2014/main" id="{10CC4DBA-05F4-4CDC-BA0E-6200AF622CA9}"/>
              </a:ext>
            </a:extLst>
          </p:cNvPr>
          <p:cNvSpPr txBox="1"/>
          <p:nvPr/>
        </p:nvSpPr>
        <p:spPr>
          <a:xfrm>
            <a:off x="4421819" y="5309818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1" name="object 7">
            <a:extLst>
              <a:ext uri="{FF2B5EF4-FFF2-40B4-BE49-F238E27FC236}">
                <a16:creationId xmlns:a16="http://schemas.microsoft.com/office/drawing/2014/main" id="{06801468-6F27-A16A-64E3-D7AD4B6B6B96}"/>
              </a:ext>
            </a:extLst>
          </p:cNvPr>
          <p:cNvSpPr/>
          <p:nvPr/>
        </p:nvSpPr>
        <p:spPr>
          <a:xfrm>
            <a:off x="7239000" y="3685362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14" name="object 64">
            <a:extLst>
              <a:ext uri="{FF2B5EF4-FFF2-40B4-BE49-F238E27FC236}">
                <a16:creationId xmlns:a16="http://schemas.microsoft.com/office/drawing/2014/main" id="{D9E5D738-CA47-1898-E0D8-DFBC514F5A50}"/>
              </a:ext>
            </a:extLst>
          </p:cNvPr>
          <p:cNvSpPr/>
          <p:nvPr/>
        </p:nvSpPr>
        <p:spPr>
          <a:xfrm>
            <a:off x="7663179" y="4163346"/>
            <a:ext cx="3165333" cy="48374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5" name="object 65">
            <a:extLst>
              <a:ext uri="{FF2B5EF4-FFF2-40B4-BE49-F238E27FC236}">
                <a16:creationId xmlns:a16="http://schemas.microsoft.com/office/drawing/2014/main" id="{74A4CAE1-BC33-1BCD-6F24-54F1DFA8AEDB}"/>
              </a:ext>
            </a:extLst>
          </p:cNvPr>
          <p:cNvSpPr txBox="1"/>
          <p:nvPr/>
        </p:nvSpPr>
        <p:spPr>
          <a:xfrm>
            <a:off x="8910954" y="3926878"/>
            <a:ext cx="73342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lang="es-ES"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16" name="object 73">
            <a:extLst>
              <a:ext uri="{FF2B5EF4-FFF2-40B4-BE49-F238E27FC236}">
                <a16:creationId xmlns:a16="http://schemas.microsoft.com/office/drawing/2014/main" id="{CC9D2269-0CA8-143F-4E45-F3AF594A2ED3}"/>
              </a:ext>
            </a:extLst>
          </p:cNvPr>
          <p:cNvSpPr txBox="1"/>
          <p:nvPr/>
        </p:nvSpPr>
        <p:spPr>
          <a:xfrm>
            <a:off x="7663179" y="4325314"/>
            <a:ext cx="3165333" cy="610424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lang="es-ES" sz="1600" b="1" spc="-10" dirty="0">
                <a:latin typeface="Calibri"/>
                <a:cs typeface="Calibri"/>
              </a:rPr>
              <a:t>MMI </a:t>
            </a:r>
            <a:r>
              <a:rPr lang="es-ES" sz="1600" b="1" spc="-10" dirty="0" err="1">
                <a:latin typeface="Calibri"/>
                <a:cs typeface="Calibri"/>
              </a:rPr>
              <a:t>Body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7" name="object 74">
            <a:extLst>
              <a:ext uri="{FF2B5EF4-FFF2-40B4-BE49-F238E27FC236}">
                <a16:creationId xmlns:a16="http://schemas.microsoft.com/office/drawing/2014/main" id="{8A3332FF-25D4-1955-323F-BBD1D30324AC}"/>
              </a:ext>
            </a:extLst>
          </p:cNvPr>
          <p:cNvSpPr txBox="1"/>
          <p:nvPr/>
        </p:nvSpPr>
        <p:spPr>
          <a:xfrm>
            <a:off x="7284458" y="5303772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57D9AFBE-EF33-9078-9CE3-5C8B079B0C36}"/>
              </a:ext>
            </a:extLst>
          </p:cNvPr>
          <p:cNvSpPr txBox="1"/>
          <p:nvPr/>
        </p:nvSpPr>
        <p:spPr>
          <a:xfrm>
            <a:off x="7377675" y="5580458"/>
            <a:ext cx="39542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b="1" dirty="0"/>
              <a:t>Multimode Interference (MMI) </a:t>
            </a:r>
            <a:r>
              <a:rPr lang="en-US" dirty="0"/>
              <a:t>coupler</a:t>
            </a:r>
            <a:r>
              <a:rPr lang="en-US" b="1" dirty="0"/>
              <a:t> </a:t>
            </a:r>
            <a:endParaRPr lang="en-US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7336B5D8-2D70-3E7A-336D-AF55EC49DEB8}"/>
              </a:ext>
            </a:extLst>
          </p:cNvPr>
          <p:cNvSpPr txBox="1"/>
          <p:nvPr/>
        </p:nvSpPr>
        <p:spPr>
          <a:xfrm>
            <a:off x="1168826" y="5579058"/>
            <a:ext cx="27431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Directional </a:t>
            </a:r>
            <a:r>
              <a:rPr lang="en-US" dirty="0"/>
              <a:t>coupler (DC)</a:t>
            </a:r>
          </a:p>
        </p:txBody>
      </p:sp>
      <p:sp>
        <p:nvSpPr>
          <p:cNvPr id="7" name="object 73">
            <a:extLst>
              <a:ext uri="{FF2B5EF4-FFF2-40B4-BE49-F238E27FC236}">
                <a16:creationId xmlns:a16="http://schemas.microsoft.com/office/drawing/2014/main" id="{9404A65A-9F07-371B-17B4-56EE1381567B}"/>
              </a:ext>
            </a:extLst>
          </p:cNvPr>
          <p:cNvSpPr txBox="1"/>
          <p:nvPr/>
        </p:nvSpPr>
        <p:spPr>
          <a:xfrm>
            <a:off x="1948179" y="4331380"/>
            <a:ext cx="984979" cy="610424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9" name="object 64">
            <a:extLst>
              <a:ext uri="{FF2B5EF4-FFF2-40B4-BE49-F238E27FC236}">
                <a16:creationId xmlns:a16="http://schemas.microsoft.com/office/drawing/2014/main" id="{B06C28EB-4BF4-A40B-513B-ACC7E468CDC3}"/>
              </a:ext>
            </a:extLst>
          </p:cNvPr>
          <p:cNvSpPr/>
          <p:nvPr/>
        </p:nvSpPr>
        <p:spPr>
          <a:xfrm flipV="1">
            <a:off x="2911079" y="5067632"/>
            <a:ext cx="590401" cy="45719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63">
            <a:extLst>
              <a:ext uri="{FF2B5EF4-FFF2-40B4-BE49-F238E27FC236}">
                <a16:creationId xmlns:a16="http://schemas.microsoft.com/office/drawing/2014/main" id="{4601CBDA-CF6C-DA98-1398-C31497498862}"/>
              </a:ext>
            </a:extLst>
          </p:cNvPr>
          <p:cNvSpPr txBox="1"/>
          <p:nvPr/>
        </p:nvSpPr>
        <p:spPr>
          <a:xfrm>
            <a:off x="2939643" y="5090491"/>
            <a:ext cx="577850" cy="4540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 algn="ctr">
              <a:lnSpc>
                <a:spcPct val="100000"/>
              </a:lnSpc>
              <a:spcBef>
                <a:spcPts val="105"/>
              </a:spcBef>
            </a:pPr>
            <a:r>
              <a:rPr lang="es-ES" sz="1400" dirty="0">
                <a:latin typeface="Calibri"/>
                <a:cs typeface="Calibri"/>
              </a:rPr>
              <a:t>g</a:t>
            </a:r>
            <a:endParaRPr sz="1400" dirty="0">
              <a:latin typeface="Calibri"/>
              <a:cs typeface="Calibri"/>
            </a:endParaRPr>
          </a:p>
          <a:p>
            <a:pPr marR="5080" algn="ctr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latin typeface="Calibri"/>
                <a:cs typeface="Calibri"/>
              </a:rPr>
              <a:t>(</a:t>
            </a:r>
            <a:r>
              <a:rPr lang="es-ES" sz="1400" spc="-10" dirty="0">
                <a:latin typeface="Calibri"/>
                <a:cs typeface="Calibri"/>
              </a:rPr>
              <a:t>gap</a:t>
            </a:r>
            <a:r>
              <a:rPr sz="1400" dirty="0">
                <a:latin typeface="Calibri"/>
                <a:cs typeface="Calibri"/>
              </a:rPr>
              <a:t>)</a:t>
            </a:r>
          </a:p>
        </p:txBody>
      </p:sp>
      <p:sp>
        <p:nvSpPr>
          <p:cNvPr id="11" name="object 62">
            <a:extLst>
              <a:ext uri="{FF2B5EF4-FFF2-40B4-BE49-F238E27FC236}">
                <a16:creationId xmlns:a16="http://schemas.microsoft.com/office/drawing/2014/main" id="{F1DAA8E2-74AD-BD39-C248-2324458F6D54}"/>
              </a:ext>
            </a:extLst>
          </p:cNvPr>
          <p:cNvSpPr/>
          <p:nvPr/>
        </p:nvSpPr>
        <p:spPr>
          <a:xfrm>
            <a:off x="7448782" y="4331380"/>
            <a:ext cx="67949" cy="610424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63">
            <a:extLst>
              <a:ext uri="{FF2B5EF4-FFF2-40B4-BE49-F238E27FC236}">
                <a16:creationId xmlns:a16="http://schemas.microsoft.com/office/drawing/2014/main" id="{FCE9BE8C-E2F4-7CBE-236B-A2E5451F5C01}"/>
              </a:ext>
            </a:extLst>
          </p:cNvPr>
          <p:cNvSpPr txBox="1"/>
          <p:nvPr/>
        </p:nvSpPr>
        <p:spPr>
          <a:xfrm>
            <a:off x="6882764" y="4389164"/>
            <a:ext cx="577850" cy="4540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 algn="ctr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latin typeface="Calibri"/>
                <a:cs typeface="Calibri"/>
              </a:rPr>
              <a:t>h</a:t>
            </a:r>
          </a:p>
          <a:p>
            <a:pPr marR="5080" algn="ctr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latin typeface="Calibri"/>
                <a:cs typeface="Calibri"/>
              </a:rPr>
              <a:t>(h</a:t>
            </a:r>
            <a:r>
              <a:rPr sz="1400" dirty="0">
                <a:latin typeface="Calibri"/>
                <a:cs typeface="Calibri"/>
              </a:rPr>
              <a:t>eig</a:t>
            </a:r>
            <a:r>
              <a:rPr sz="1400" spc="-25" dirty="0">
                <a:latin typeface="Calibri"/>
                <a:cs typeface="Calibri"/>
              </a:rPr>
              <a:t>h</a:t>
            </a:r>
            <a:r>
              <a:rPr sz="1400" spc="-5" dirty="0">
                <a:latin typeface="Calibri"/>
                <a:cs typeface="Calibri"/>
              </a:rPr>
              <a:t>t</a:t>
            </a:r>
            <a:r>
              <a:rPr sz="1400" dirty="0">
                <a:latin typeface="Calibri"/>
                <a:cs typeface="Calibri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5602346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1F74687F-7302-3F32-F9D1-0566D05F33AE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78335A49-ACE2-C055-50CA-8DD755D2E76D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3</a:t>
            </a:fld>
            <a:endParaRPr lang="es-ES"/>
          </a:p>
        </p:txBody>
      </p:sp>
      <p:sp>
        <p:nvSpPr>
          <p:cNvPr id="6" name="Título 4">
            <a:extLst>
              <a:ext uri="{FF2B5EF4-FFF2-40B4-BE49-F238E27FC236}">
                <a16:creationId xmlns:a16="http://schemas.microsoft.com/office/drawing/2014/main" id="{AF6692CA-D0D0-2BAF-E673-933E02AE2B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52650"/>
            <a:ext cx="10972800" cy="430887"/>
          </a:xfrm>
        </p:spPr>
        <p:txBody>
          <a:bodyPr/>
          <a:lstStyle/>
          <a:p>
            <a:pPr algn="ctr"/>
            <a:r>
              <a:rPr lang="en-US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Directional coupler</a:t>
            </a:r>
          </a:p>
        </p:txBody>
      </p:sp>
    </p:spTree>
    <p:extLst>
      <p:ext uri="{BB962C8B-B14F-4D97-AF65-F5344CB8AC3E}">
        <p14:creationId xmlns:p14="http://schemas.microsoft.com/office/powerpoint/2010/main" val="16400195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656EC-E197-239C-60DD-C11F7BA4B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5431EA70-9578-8BF1-5A05-77CDC26788B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 – Directional coupler length and coupling coefficient</a:t>
            </a:r>
            <a:br>
              <a:rPr lang="en-US" sz="2500" spc="-5" dirty="0">
                <a:latin typeface="+mj-lt"/>
                <a:cs typeface="Lucida Sans"/>
              </a:rPr>
            </a:br>
            <a:r>
              <a:rPr lang="en-US" b="0" dirty="0"/>
              <a:t>Wavelength 1.5 µm – width 1.2 µm – gap 0.6 µm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B6A02C28-9CC3-6E88-B695-04A48E5FDE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FB7F118F-AD79-0ED0-CE53-A8EE4409B4F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4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0846C9D-3FE3-8524-3349-96E1AD1712B3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A5F0FDF-2A95-453B-4ECA-AEB637FF2694}"/>
              </a:ext>
            </a:extLst>
          </p:cNvPr>
          <p:cNvSpPr txBox="1"/>
          <p:nvPr/>
        </p:nvSpPr>
        <p:spPr>
          <a:xfrm>
            <a:off x="609441" y="4860334"/>
            <a:ext cx="11199971" cy="2123658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 (distance needed for a complete energy transfer between waveguides, distance needed for splitting power in half.. )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##Gráfico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diseño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del directional coupler.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## TENEMOS QUE HACE K VS L/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Lpi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#será un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numero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entre 0 y 1 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##Dependiendo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Lpi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#calculamos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Lpi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TE y Tm 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damos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valores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arbitrarios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L.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Ploteamos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casos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específicos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si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queremos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10%,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mitad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acoplo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o 80%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ejemplo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21F754A5-65BC-14A3-5F55-75716FFA9027}"/>
              </a:ext>
            </a:extLst>
          </p:cNvPr>
          <p:cNvSpPr/>
          <p:nvPr/>
        </p:nvSpPr>
        <p:spPr>
          <a:xfrm>
            <a:off x="609441" y="1418373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CD9C65D4-5494-F5CE-1094-CB0A32C33876}"/>
              </a:ext>
            </a:extLst>
          </p:cNvPr>
          <p:cNvSpPr txBox="1"/>
          <p:nvPr/>
        </p:nvSpPr>
        <p:spPr>
          <a:xfrm>
            <a:off x="3909688" y="2609722"/>
            <a:ext cx="454663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L/</a:t>
            </a:r>
            <a:r>
              <a:rPr lang="en-US" dirty="0" err="1"/>
              <a:t>Lpi</a:t>
            </a:r>
            <a:r>
              <a:rPr lang="en-US" dirty="0"/>
              <a:t> vs K plot here</a:t>
            </a:r>
          </a:p>
        </p:txBody>
      </p:sp>
      <p:pic>
        <p:nvPicPr>
          <p:cNvPr id="6" name="Imagen 5" descr="Forma&#10;&#10;Descripción generada automáticamente con confianza media">
            <a:extLst>
              <a:ext uri="{FF2B5EF4-FFF2-40B4-BE49-F238E27FC236}">
                <a16:creationId xmlns:a16="http://schemas.microsoft.com/office/drawing/2014/main" id="{380A8455-6386-C7D5-7BB6-B79D8D91F0EF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588" y="1626040"/>
            <a:ext cx="3383313" cy="9836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36240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AC92CD-23BF-6BA8-FC9C-973384A91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F24F41BD-F54D-798D-62DF-D9F2EA5AF8D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 – Directional coupler length and coupling coefficient</a:t>
            </a:r>
            <a:br>
              <a:rPr lang="en-US" sz="2500" spc="-5" dirty="0">
                <a:latin typeface="+mj-lt"/>
                <a:cs typeface="Lucida Sans"/>
              </a:rPr>
            </a:br>
            <a:r>
              <a:rPr lang="en-US" b="0" dirty="0"/>
              <a:t>Wavelength 1.5 µm – width 1.2 µm – gap 0.6 µm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8A59B396-1E35-4456-CCC7-8464FD69A98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238FAD19-943E-C775-7E52-B897317C6EAF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D23DB345-3DE0-7E82-B076-5EA38A66803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4EE11EC4-A585-33ED-C778-AAB2BD46B27E}"/>
              </a:ext>
            </a:extLst>
          </p:cNvPr>
          <p:cNvSpPr txBox="1"/>
          <p:nvPr/>
        </p:nvSpPr>
        <p:spPr>
          <a:xfrm>
            <a:off x="609441" y="4860334"/>
            <a:ext cx="11199971" cy="1138773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Para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modo TE la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distancia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Lpi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es </a:t>
            </a:r>
            <a:r>
              <a:rPr lang="es-ES" sz="2000" dirty="0"/>
              <a:t>94.02742605178902 </a:t>
            </a:r>
            <a:r>
              <a:rPr lang="es-ES" sz="2000" dirty="0" err="1"/>
              <a:t>um</a:t>
            </a:r>
            <a:r>
              <a:rPr lang="es-ES" sz="2000" dirty="0"/>
              <a:t>. A partir de la gráfica y de los valores mostrados podemos ver diferentes valores de acoplo para distintas longitudes.</a:t>
            </a:r>
            <a:r>
              <a:rPr lang="es-ES" sz="2400" dirty="0"/>
              <a:t> 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agen 4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A03D40F9-1A83-8E42-33BB-4B16D4B336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7132" y="1270332"/>
            <a:ext cx="4267200" cy="3433874"/>
          </a:xfrm>
          <a:prstGeom prst="rect">
            <a:avLst/>
          </a:prstGeom>
        </p:spPr>
      </p:pic>
      <p:pic>
        <p:nvPicPr>
          <p:cNvPr id="12" name="Imagen 11" descr="Texto&#10;&#10;El contenido generado por IA puede ser incorrecto.">
            <a:extLst>
              <a:ext uri="{FF2B5EF4-FFF2-40B4-BE49-F238E27FC236}">
                <a16:creationId xmlns:a16="http://schemas.microsoft.com/office/drawing/2014/main" id="{FB8DF95B-9226-95C3-6CDD-F4FE03A75DC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5989"/>
          <a:stretch>
            <a:fillRect/>
          </a:stretch>
        </p:blipFill>
        <p:spPr>
          <a:xfrm>
            <a:off x="5486400" y="2438400"/>
            <a:ext cx="3915321" cy="1264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31890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4F07DF-67EC-231B-CE68-63AAE3A6B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DC83E91E-1C8B-4B46-9847-4F0E9815592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 – Directional coupler length and coupling coefficient</a:t>
            </a:r>
            <a:br>
              <a:rPr lang="en-US" sz="2500" spc="-5" dirty="0">
                <a:latin typeface="+mj-lt"/>
                <a:cs typeface="Lucida Sans"/>
              </a:rPr>
            </a:br>
            <a:r>
              <a:rPr lang="en-US" b="0" dirty="0"/>
              <a:t>Wavelength 1.5 µm – width 1.2 µm – gap 0.6 µm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13FF5B1A-9757-F11A-4896-CA304AC31B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FDC88163-F275-C7AD-6357-FFFC65805CC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7B36EAFD-E06B-1BD5-CD95-2912B9381ED0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913A367E-F49C-FF2E-A6A6-92B326A0F17F}"/>
              </a:ext>
            </a:extLst>
          </p:cNvPr>
          <p:cNvSpPr txBox="1"/>
          <p:nvPr/>
        </p:nvSpPr>
        <p:spPr>
          <a:xfrm>
            <a:off x="609441" y="4860334"/>
            <a:ext cx="11199971" cy="1415772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Para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modo TM la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distancia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Lpi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es </a:t>
            </a:r>
            <a:r>
              <a:rPr lang="es-ES" dirty="0"/>
              <a:t>52.333166163349475 </a:t>
            </a:r>
            <a:r>
              <a:rPr lang="es-ES" dirty="0" err="1"/>
              <a:t>um</a:t>
            </a:r>
            <a:r>
              <a:rPr lang="es-ES" dirty="0"/>
              <a:t>. A partir de la gráfica y de los valores mostrados podemos ver diferentes valores de acoplo para distintas longitudes.</a:t>
            </a:r>
            <a:r>
              <a:rPr lang="es-ES" sz="2000" dirty="0"/>
              <a:t> 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3AB508F2-111D-C599-748A-6C1409730D3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85800" y="1323338"/>
            <a:ext cx="4267200" cy="3379393"/>
          </a:xfrm>
          <a:prstGeom prst="rect">
            <a:avLst/>
          </a:prstGeom>
        </p:spPr>
      </p:pic>
      <p:pic>
        <p:nvPicPr>
          <p:cNvPr id="6" name="Imagen 5" descr="Texto&#10;&#10;El contenido generado por IA puede ser incorrecto.">
            <a:extLst>
              <a:ext uri="{FF2B5EF4-FFF2-40B4-BE49-F238E27FC236}">
                <a16:creationId xmlns:a16="http://schemas.microsoft.com/office/drawing/2014/main" id="{E89282C8-5E41-89A8-671F-54801DA62E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72529" y="2309315"/>
            <a:ext cx="3839111" cy="1305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80175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0AC3D-36B7-D786-3825-B4DD6EADD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6AA2E789-F7AE-F068-274C-E0F13A22DB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#2 – 2x2 Directional Coupler</a:t>
            </a:r>
            <a:br>
              <a:rPr lang="en-US" sz="2500" spc="-5" dirty="0">
                <a:latin typeface="+mj-lt"/>
                <a:cs typeface="Lucida Sans"/>
              </a:rPr>
            </a:br>
            <a:r>
              <a:rPr lang="en-US" b="0" dirty="0"/>
              <a:t>Gap 0.6 - 1.6 µm (step 0.1 µm) – Wavelength 1.55 µm 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3AEAD01B-7604-8009-5694-A556497AEF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696E3846-1BD2-4F23-48AA-C7AF2A1EE6EB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7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32C0E2B-75B6-4768-A4C7-F165A264DA0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FBC7D187-267A-ADD4-764C-D3820B8ED302}"/>
              </a:ext>
            </a:extLst>
          </p:cNvPr>
          <p:cNvSpPr/>
          <p:nvPr/>
        </p:nvSpPr>
        <p:spPr>
          <a:xfrm>
            <a:off x="609441" y="1418373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CCAD81D1-C3A5-0964-EAC0-85E45ABA79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200" y="1600200"/>
            <a:ext cx="2410161" cy="209579"/>
          </a:xfrm>
          <a:prstGeom prst="rect">
            <a:avLst/>
          </a:prstGeom>
        </p:spPr>
      </p:pic>
      <p:pic>
        <p:nvPicPr>
          <p:cNvPr id="9" name="Imagen 8" descr="Texto&#10;&#10;El contenido generado por IA puede ser incorrecto.">
            <a:extLst>
              <a:ext uri="{FF2B5EF4-FFF2-40B4-BE49-F238E27FC236}">
                <a16:creationId xmlns:a16="http://schemas.microsoft.com/office/drawing/2014/main" id="{F901F69A-44DF-236E-2D70-12DF3840BED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200" y="1809779"/>
            <a:ext cx="4600106" cy="2791076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946B878A-48D5-5F90-6F53-BF67C285BA8C}"/>
              </a:ext>
            </a:extLst>
          </p:cNvPr>
          <p:cNvSpPr txBox="1"/>
          <p:nvPr/>
        </p:nvSpPr>
        <p:spPr>
          <a:xfrm>
            <a:off x="3711896" y="1473029"/>
            <a:ext cx="11649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/>
              <a:t>0.6</a:t>
            </a:r>
            <a:endParaRPr lang="es-ES" dirty="0"/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CC8FD6A6-DC8F-34B2-F32B-BF8D792063E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0" y="1600200"/>
            <a:ext cx="1805165" cy="196067"/>
          </a:xfrm>
          <a:prstGeom prst="rect">
            <a:avLst/>
          </a:prstGeom>
        </p:spPr>
      </p:pic>
      <p:pic>
        <p:nvPicPr>
          <p:cNvPr id="15" name="Imagen 14" descr="Texto&#10;&#10;El contenido generado por IA puede ser incorrecto.">
            <a:extLst>
              <a:ext uri="{FF2B5EF4-FFF2-40B4-BE49-F238E27FC236}">
                <a16:creationId xmlns:a16="http://schemas.microsoft.com/office/drawing/2014/main" id="{D2121CA1-7314-B36E-3B5E-8F2EDE51562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0" y="1766937"/>
            <a:ext cx="4611670" cy="2791076"/>
          </a:xfrm>
          <a:prstGeom prst="rect">
            <a:avLst/>
          </a:prstGeom>
        </p:spPr>
      </p:pic>
      <p:sp>
        <p:nvSpPr>
          <p:cNvPr id="17" name="CuadroTexto 16">
            <a:extLst>
              <a:ext uri="{FF2B5EF4-FFF2-40B4-BE49-F238E27FC236}">
                <a16:creationId xmlns:a16="http://schemas.microsoft.com/office/drawing/2014/main" id="{503342D0-E4D0-C580-D715-AF199B4AEFDA}"/>
              </a:ext>
            </a:extLst>
          </p:cNvPr>
          <p:cNvSpPr txBox="1"/>
          <p:nvPr/>
        </p:nvSpPr>
        <p:spPr>
          <a:xfrm>
            <a:off x="8312002" y="1473029"/>
            <a:ext cx="11649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/>
              <a:t>0.7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583268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4E7577-E8D5-FD6F-5D26-25ADA62BD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96405691-9CA8-5518-7BF2-FF6AD8CD251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#2 – 2x2 Directional Coupler</a:t>
            </a:r>
            <a:br>
              <a:rPr lang="en-US" sz="2500" spc="-5" dirty="0">
                <a:latin typeface="+mj-lt"/>
                <a:cs typeface="Lucida Sans"/>
              </a:rPr>
            </a:br>
            <a:r>
              <a:rPr lang="en-US" b="0" dirty="0"/>
              <a:t>Gap 0.6 - 1.6 µm (step 0.1 µm) – Wavelength 1.55 µm 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E6EBFAC6-210B-4C4D-CA8D-8B53AD8E24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436AC1AD-4488-1158-0013-1FA06CAB22A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8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DED19E48-5FE8-EF77-D4D0-489B1A2F54FA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512865FC-C8F0-0D00-99A0-D723364D7BD6}"/>
              </a:ext>
            </a:extLst>
          </p:cNvPr>
          <p:cNvSpPr/>
          <p:nvPr/>
        </p:nvSpPr>
        <p:spPr>
          <a:xfrm>
            <a:off x="609441" y="1418373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31398C15-25F3-51E3-0C17-66AFB1527C1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8200" y="1600200"/>
            <a:ext cx="2216002" cy="228367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2137EE7E-1551-29C7-ECAC-EB87976A9AE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8200" y="1821546"/>
            <a:ext cx="4600106" cy="2767542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0461E6D8-79A2-BFA1-EA97-B9BC42D96A39}"/>
              </a:ext>
            </a:extLst>
          </p:cNvPr>
          <p:cNvSpPr txBox="1"/>
          <p:nvPr/>
        </p:nvSpPr>
        <p:spPr>
          <a:xfrm>
            <a:off x="3711896" y="1473029"/>
            <a:ext cx="11649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/>
              <a:t>0.8</a:t>
            </a:r>
            <a:endParaRPr lang="es-ES" dirty="0"/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F8F653AB-BC93-7E11-48E6-65FFC572E4C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1600200"/>
            <a:ext cx="2065620" cy="174113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66D3B21F-B6AB-5771-72B9-1BAEAACB8D6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02050" y="1753661"/>
            <a:ext cx="4718350" cy="2698329"/>
          </a:xfrm>
          <a:prstGeom prst="rect">
            <a:avLst/>
          </a:prstGeom>
        </p:spPr>
      </p:pic>
      <p:sp>
        <p:nvSpPr>
          <p:cNvPr id="17" name="CuadroTexto 16">
            <a:extLst>
              <a:ext uri="{FF2B5EF4-FFF2-40B4-BE49-F238E27FC236}">
                <a16:creationId xmlns:a16="http://schemas.microsoft.com/office/drawing/2014/main" id="{96007AF3-52B5-F881-B045-AF447B6F8137}"/>
              </a:ext>
            </a:extLst>
          </p:cNvPr>
          <p:cNvSpPr txBox="1"/>
          <p:nvPr/>
        </p:nvSpPr>
        <p:spPr>
          <a:xfrm>
            <a:off x="8312002" y="1473029"/>
            <a:ext cx="11649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/>
              <a:t>0.9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6882206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3654EF-2EE9-F75C-A6F5-272A32A51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EB9EFDD6-815F-D03D-3A81-2D874182125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#2 – 2x2 Directional Coupler</a:t>
            </a:r>
            <a:br>
              <a:rPr lang="en-US" sz="2500" spc="-5" dirty="0">
                <a:latin typeface="+mj-lt"/>
                <a:cs typeface="Lucida Sans"/>
              </a:rPr>
            </a:br>
            <a:r>
              <a:rPr lang="en-US" b="0" dirty="0"/>
              <a:t>Gap 0.6 - 1.6 µm (step 0.1 µm) – Wavelength 1.55 µm 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9F27AEE9-6D49-43FE-B150-D11B094AA8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66D707E3-6C05-CF6E-F110-1F94399CDC43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9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FF5ED03D-C13D-F840-990D-818C3D0CAD59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A92CDBEF-DC12-E2E9-B015-8975BA8E411E}"/>
              </a:ext>
            </a:extLst>
          </p:cNvPr>
          <p:cNvSpPr/>
          <p:nvPr/>
        </p:nvSpPr>
        <p:spPr>
          <a:xfrm>
            <a:off x="609441" y="1418373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271E08A3-8956-9F70-01BC-3EC42EEE1A5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8200" y="1624891"/>
            <a:ext cx="2216002" cy="178984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2535C19C-C54F-C79C-91F9-56EA60CD828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8199" y="1803875"/>
            <a:ext cx="4666675" cy="2763463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BFFCA53F-D368-A7E9-DBC2-66CA9795A2B9}"/>
              </a:ext>
            </a:extLst>
          </p:cNvPr>
          <p:cNvSpPr txBox="1"/>
          <p:nvPr/>
        </p:nvSpPr>
        <p:spPr>
          <a:xfrm>
            <a:off x="3711896" y="1473029"/>
            <a:ext cx="11649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/>
              <a:t>1</a:t>
            </a:r>
            <a:endParaRPr lang="es-ES" dirty="0"/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C3FD83D8-19D3-6060-C169-6A485800685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43489" y="1600200"/>
            <a:ext cx="1970641" cy="174113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F6C32B72-33DA-13E4-A228-D52A98C4F96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43526" y="1753661"/>
            <a:ext cx="4635397" cy="2698329"/>
          </a:xfrm>
          <a:prstGeom prst="rect">
            <a:avLst/>
          </a:prstGeom>
        </p:spPr>
      </p:pic>
      <p:sp>
        <p:nvSpPr>
          <p:cNvPr id="17" name="CuadroTexto 16">
            <a:extLst>
              <a:ext uri="{FF2B5EF4-FFF2-40B4-BE49-F238E27FC236}">
                <a16:creationId xmlns:a16="http://schemas.microsoft.com/office/drawing/2014/main" id="{754E4C58-0185-3587-9FDB-8E8BA47D5D88}"/>
              </a:ext>
            </a:extLst>
          </p:cNvPr>
          <p:cNvSpPr txBox="1"/>
          <p:nvPr/>
        </p:nvSpPr>
        <p:spPr>
          <a:xfrm>
            <a:off x="8312002" y="1473029"/>
            <a:ext cx="11649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/>
              <a:t>1.1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9952321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1E198-997A-0325-3E76-09BC36D40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6AD48E75-C7AE-8EB8-E552-617E488851A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#2 – 2x2 Directional Coupler</a:t>
            </a:r>
            <a:br>
              <a:rPr lang="en-US" sz="2500" spc="-5" dirty="0">
                <a:latin typeface="+mj-lt"/>
                <a:cs typeface="Lucida Sans"/>
              </a:rPr>
            </a:br>
            <a:r>
              <a:rPr lang="en-US" b="0" dirty="0"/>
              <a:t>Gap 0.6 - 1.6 µm (step 0.1 µm) – Wavelength 1.55 µm 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84F351C9-CB1C-D4F6-76C7-11F8CB8E18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11E12B20-D35D-20FC-B56E-3DAABE23D876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10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2F0867CA-E1DB-35F7-1C68-FB97FE830359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768E8361-B5E6-70CD-A1D5-38EDB64D8FFF}"/>
              </a:ext>
            </a:extLst>
          </p:cNvPr>
          <p:cNvSpPr/>
          <p:nvPr/>
        </p:nvSpPr>
        <p:spPr>
          <a:xfrm>
            <a:off x="609441" y="1418373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2DFDA62D-CE9C-1398-3AFE-C9E87736D3F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1245" y="1624891"/>
            <a:ext cx="1929911" cy="178984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5C6803AA-34D8-BD7F-FA82-3359B26B8E2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1245" y="1803875"/>
            <a:ext cx="4666675" cy="2688493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E71F07C0-574B-A92D-8A40-A8B8CFB4E982}"/>
              </a:ext>
            </a:extLst>
          </p:cNvPr>
          <p:cNvSpPr txBox="1"/>
          <p:nvPr/>
        </p:nvSpPr>
        <p:spPr>
          <a:xfrm>
            <a:off x="3711896" y="1473029"/>
            <a:ext cx="11649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/>
              <a:t>1.2</a:t>
            </a:r>
            <a:endParaRPr lang="es-ES" dirty="0"/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A422FC68-E439-AD02-8FA5-BFC68DBE68A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43489" y="1612041"/>
            <a:ext cx="1970641" cy="150430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269F151F-893D-8B85-55E2-F4DBBE508C7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43526" y="1768735"/>
            <a:ext cx="4635397" cy="2668180"/>
          </a:xfrm>
          <a:prstGeom prst="rect">
            <a:avLst/>
          </a:prstGeom>
        </p:spPr>
      </p:pic>
      <p:sp>
        <p:nvSpPr>
          <p:cNvPr id="17" name="CuadroTexto 16">
            <a:extLst>
              <a:ext uri="{FF2B5EF4-FFF2-40B4-BE49-F238E27FC236}">
                <a16:creationId xmlns:a16="http://schemas.microsoft.com/office/drawing/2014/main" id="{A659D8CD-027E-2DEA-EE4B-7B3CCAFB4E1E}"/>
              </a:ext>
            </a:extLst>
          </p:cNvPr>
          <p:cNvSpPr txBox="1"/>
          <p:nvPr/>
        </p:nvSpPr>
        <p:spPr>
          <a:xfrm>
            <a:off x="8312002" y="1473029"/>
            <a:ext cx="11649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/>
              <a:t>1.3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5003066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A1F339-D7B1-2F52-114A-32DE2D43CB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0B1B822C-3CCC-95D4-A07F-C0E16B4BC5D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#2 – 2x2 Directional Coupler</a:t>
            </a:r>
            <a:br>
              <a:rPr lang="en-US" sz="2500" spc="-5" dirty="0">
                <a:latin typeface="+mj-lt"/>
                <a:cs typeface="Lucida Sans"/>
              </a:rPr>
            </a:br>
            <a:r>
              <a:rPr lang="en-US" b="0" dirty="0"/>
              <a:t>Gap 0.6 - 1.6 µm (step 0.1 µm) – Wavelength 1.55 µm 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97C35D35-1DC5-AB8B-5EDF-357EF4B8CD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18275211-BC17-9865-6199-BB87D31DD899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11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4A637546-F028-B3D4-54C5-D2B1A70FAAF6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4AC2FC1F-8ABA-148C-F09A-7E6CC8A6B487}"/>
              </a:ext>
            </a:extLst>
          </p:cNvPr>
          <p:cNvSpPr/>
          <p:nvPr/>
        </p:nvSpPr>
        <p:spPr>
          <a:xfrm>
            <a:off x="609441" y="1418373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B160CAEE-86CC-F8A0-9344-BCADFC955B7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1245" y="1621461"/>
            <a:ext cx="1894295" cy="182414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C9BAB912-9A89-48C2-52E4-0215B263C54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1245" y="1803875"/>
            <a:ext cx="4783461" cy="2624418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6441C694-DE25-2F87-6D08-1510FBA68E35}"/>
              </a:ext>
            </a:extLst>
          </p:cNvPr>
          <p:cNvSpPr txBox="1"/>
          <p:nvPr/>
        </p:nvSpPr>
        <p:spPr>
          <a:xfrm>
            <a:off x="3711896" y="1473029"/>
            <a:ext cx="11649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/>
              <a:t>1.4</a:t>
            </a:r>
            <a:endParaRPr lang="es-ES" dirty="0"/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6615A37C-A2C0-C9D6-60C6-6AE429501BC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59156" y="1598358"/>
            <a:ext cx="2221138" cy="203908"/>
          </a:xfrm>
          <a:prstGeom prst="rect">
            <a:avLst/>
          </a:prstGeom>
        </p:spPr>
      </p:pic>
      <p:sp>
        <p:nvSpPr>
          <p:cNvPr id="17" name="CuadroTexto 16">
            <a:extLst>
              <a:ext uri="{FF2B5EF4-FFF2-40B4-BE49-F238E27FC236}">
                <a16:creationId xmlns:a16="http://schemas.microsoft.com/office/drawing/2014/main" id="{8F74E480-A65F-3099-D730-04822C41DAF3}"/>
              </a:ext>
            </a:extLst>
          </p:cNvPr>
          <p:cNvSpPr txBox="1"/>
          <p:nvPr/>
        </p:nvSpPr>
        <p:spPr>
          <a:xfrm>
            <a:off x="8312002" y="1473029"/>
            <a:ext cx="11649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/>
              <a:t>1.5</a:t>
            </a:r>
            <a:endParaRPr lang="es-ES" dirty="0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9D766EC6-9861-09AC-ACAE-3BE51FC514B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59156" y="1803875"/>
            <a:ext cx="4661244" cy="26357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46803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9B877D-A0E0-2989-7163-256DCACE75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CE42D4E7-667F-D7BB-4E97-CAC27AAF7AD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#2 – 2x2 Directional Coupler</a:t>
            </a:r>
            <a:br>
              <a:rPr lang="en-US" sz="2500" spc="-5" dirty="0">
                <a:latin typeface="+mj-lt"/>
                <a:cs typeface="Lucida Sans"/>
              </a:rPr>
            </a:br>
            <a:r>
              <a:rPr lang="en-US" b="0" dirty="0"/>
              <a:t>Gap 0.6 - 1.6 µm (step 0.1 µm) – Wavelength 1.55 µm 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585DAD64-6927-CEA2-CD47-4C8EE923CA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EF51DDC6-4A02-57E7-4ACE-67CB59C00EB1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12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652558F7-584F-67A4-39C0-1049C535F11C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73DBD1B4-0879-52B2-1E98-87663507098B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Conforme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aumentando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gap, las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pérdidas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exceso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se van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incrementando,y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aumentando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ditancia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Lpi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como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era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esperar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  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BEB50F03-BF7E-90BC-48DC-843ADB21BEEE}"/>
              </a:ext>
            </a:extLst>
          </p:cNvPr>
          <p:cNvSpPr/>
          <p:nvPr/>
        </p:nvSpPr>
        <p:spPr>
          <a:xfrm>
            <a:off x="609441" y="1418373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B4E05A76-18E6-7DC3-022D-A9D7EFBF289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1245" y="1629753"/>
            <a:ext cx="1894295" cy="165830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E4D88A70-0BE2-6B31-C6E0-49F76F0A6AB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1245" y="1808789"/>
            <a:ext cx="4181824" cy="2624418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F9A42FA3-3530-0AEC-298E-FE4C19252514}"/>
              </a:ext>
            </a:extLst>
          </p:cNvPr>
          <p:cNvSpPr txBox="1"/>
          <p:nvPr/>
        </p:nvSpPr>
        <p:spPr>
          <a:xfrm>
            <a:off x="3711896" y="1473029"/>
            <a:ext cx="11649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/>
              <a:t>1.6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2390511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656EC-E197-239C-60DD-C11F7BA4B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5431EA70-9578-8BF1-5A05-77CDC26788B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#3 – Parallel uncoupled waveguides</a:t>
            </a:r>
            <a:br>
              <a:rPr lang="en-US" sz="2500" spc="-5" dirty="0">
                <a:latin typeface="+mj-lt"/>
                <a:cs typeface="Lucida Sans"/>
              </a:rPr>
            </a:br>
            <a:r>
              <a:rPr lang="en-US" b="0" dirty="0"/>
              <a:t>Wavelength 1.55 µm, width 1.0 µm, gap to be found for uncoupled </a:t>
            </a:r>
            <a:r>
              <a:rPr lang="en-US" b="0" dirty="0" err="1"/>
              <a:t>wvgs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B6A02C28-9CC3-6E88-B695-04A48E5FDE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FB7F118F-AD79-0ED0-CE53-A8EE4409B4F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13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0846C9D-3FE3-8524-3349-96E1AD1712B3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A5F0FDF-2A95-453B-4ECA-AEB637FF2694}"/>
              </a:ext>
            </a:extLst>
          </p:cNvPr>
          <p:cNvSpPr txBox="1"/>
          <p:nvPr/>
        </p:nvSpPr>
        <p:spPr>
          <a:xfrm>
            <a:off x="609441" y="4627196"/>
            <a:ext cx="11199971" cy="830997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FB4B77A0-B37C-3130-FB52-4E560C66946F}"/>
              </a:ext>
            </a:extLst>
          </p:cNvPr>
          <p:cNvSpPr/>
          <p:nvPr/>
        </p:nvSpPr>
        <p:spPr>
          <a:xfrm>
            <a:off x="609441" y="12192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DA7ECAA3-0876-C0FB-D7E5-448FCC5ED226}"/>
              </a:ext>
            </a:extLst>
          </p:cNvPr>
          <p:cNvSpPr/>
          <p:nvPr/>
        </p:nvSpPr>
        <p:spPr>
          <a:xfrm>
            <a:off x="6321424" y="12192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C1467207-8D05-D4C6-EBD2-209F796AE977}"/>
                  </a:ext>
                </a:extLst>
              </p:cNvPr>
              <p:cNvSpPr txBox="1"/>
              <p:nvPr/>
            </p:nvSpPr>
            <p:spPr>
              <a:xfrm>
                <a:off x="1143000" y="2417381"/>
                <a:ext cx="4546634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deep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dirty="0"/>
                  <a:t>Paste </a:t>
                </a:r>
                <a14:m>
                  <m:oMath xmlns:m="http://schemas.openxmlformats.org/officeDocument/2006/math">
                    <m:r>
                      <a:rPr lang="es-E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 vs gap for 10 mm </a:t>
                </a:r>
                <a:r>
                  <a:rPr lang="en-US" dirty="0" err="1"/>
                  <a:t>wvgs</a:t>
                </a:r>
                <a:r>
                  <a:rPr lang="en-US" dirty="0"/>
                  <a:t> to be uncoupled</a:t>
                </a:r>
              </a:p>
              <a:p>
                <a:pPr algn="ctr"/>
                <a:endParaRPr lang="en-US" dirty="0"/>
              </a:p>
            </p:txBody>
          </p:sp>
        </mc:Choice>
        <mc:Fallback xmlns="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C1467207-8D05-D4C6-EBD2-209F796AE9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3000" y="2417381"/>
                <a:ext cx="4546634" cy="1477328"/>
              </a:xfrm>
              <a:prstGeom prst="rect">
                <a:avLst/>
              </a:prstGeom>
              <a:blipFill>
                <a:blip r:embed="rId5"/>
                <a:stretch>
                  <a:fillRect t="-2479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32E39C0C-95E1-ED90-891A-5D634D9DB76B}"/>
                  </a:ext>
                </a:extLst>
              </p:cNvPr>
              <p:cNvSpPr txBox="1"/>
              <p:nvPr/>
            </p:nvSpPr>
            <p:spPr>
              <a:xfrm>
                <a:off x="6883366" y="2480496"/>
                <a:ext cx="4546634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shallow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dirty="0"/>
                  <a:t>Paste </a:t>
                </a:r>
                <a14:m>
                  <m:oMath xmlns:m="http://schemas.openxmlformats.org/officeDocument/2006/math">
                    <m:r>
                      <a:rPr lang="es-ES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 vs gap for 10 mm </a:t>
                </a:r>
                <a:r>
                  <a:rPr lang="en-US" dirty="0" err="1"/>
                  <a:t>wvgs</a:t>
                </a:r>
                <a:r>
                  <a:rPr lang="en-US" dirty="0"/>
                  <a:t> to be uncoupled</a:t>
                </a:r>
              </a:p>
            </p:txBody>
          </p:sp>
        </mc:Choice>
        <mc:Fallback xmlns="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32E39C0C-95E1-ED90-891A-5D634D9DB7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3366" y="2480496"/>
                <a:ext cx="4546634" cy="1200329"/>
              </a:xfrm>
              <a:prstGeom prst="rect">
                <a:avLst/>
              </a:prstGeom>
              <a:blipFill>
                <a:blip r:embed="rId6"/>
                <a:stretch>
                  <a:fillRect t="-3046" b="-7107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123560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E4256-54BF-3BE3-9369-437AE82C4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AFE888A8-5709-4953-36FB-08950CEE606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#3 – Parallel uncoupled waveguides</a:t>
            </a:r>
            <a:br>
              <a:rPr lang="en-US" sz="2500" spc="-5" dirty="0">
                <a:latin typeface="+mj-lt"/>
                <a:cs typeface="Lucida Sans"/>
              </a:rPr>
            </a:br>
            <a:r>
              <a:rPr lang="en-US" b="0" dirty="0"/>
              <a:t>Wavelength 1.55 µm, width 1.0 µm, gap to be found for uncoupled </a:t>
            </a:r>
            <a:r>
              <a:rPr lang="en-US" b="0" dirty="0" err="1"/>
              <a:t>wvgs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35B71481-F0BA-2E4D-8188-34B8CAC241C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3A2949D6-D2EE-C413-F5ED-F4BB845A3211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14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8233E9D-5281-CF77-243C-D0B4EFDBA988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01E2B6A9-4C82-DA30-357B-5D66058FFC3A}"/>
              </a:ext>
            </a:extLst>
          </p:cNvPr>
          <p:cNvSpPr txBox="1"/>
          <p:nvPr/>
        </p:nvSpPr>
        <p:spPr>
          <a:xfrm>
            <a:off x="609441" y="4627196"/>
            <a:ext cx="11199971" cy="1015663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En la deep waveguide,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manteniendo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una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longitude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constante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10mm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encontramos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alrededor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unos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3530 nm de gap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comenzamos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tener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un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menor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del 1%. 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AEAD58FC-0447-3EF2-8525-824C9AC4373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931008" y="1294056"/>
            <a:ext cx="4250291" cy="3144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37971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3D4982-2E99-3EE0-CEBE-CEF54821C3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A60D29C4-F13C-8947-EF1D-2CBDDD14AC5C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28A4EFD1-1AF6-F17D-1B27-5115800F99B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15</a:t>
            </a:fld>
            <a:endParaRPr lang="es-ES"/>
          </a:p>
        </p:txBody>
      </p:sp>
      <p:sp>
        <p:nvSpPr>
          <p:cNvPr id="6" name="Título 4">
            <a:extLst>
              <a:ext uri="{FF2B5EF4-FFF2-40B4-BE49-F238E27FC236}">
                <a16:creationId xmlns:a16="http://schemas.microsoft.com/office/drawing/2014/main" id="{8111062F-F9A0-241E-6CCB-6E8BE4D8C6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52650"/>
            <a:ext cx="10972800" cy="430887"/>
          </a:xfrm>
        </p:spPr>
        <p:txBody>
          <a:bodyPr/>
          <a:lstStyle/>
          <a:p>
            <a:pPr algn="ctr"/>
            <a:r>
              <a:rPr lang="en-US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Multimode Interferometer (MMI) Coupler</a:t>
            </a:r>
          </a:p>
        </p:txBody>
      </p:sp>
    </p:spTree>
    <p:extLst>
      <p:ext uri="{BB962C8B-B14F-4D97-AF65-F5344CB8AC3E}">
        <p14:creationId xmlns:p14="http://schemas.microsoft.com/office/powerpoint/2010/main" val="38733189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F7C0E-2677-BADF-D636-6F9B71E665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2B8D44BF-A3B5-6BED-C39C-FA8260E8353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4.1 2x2 Multimode Interference Coupler </a:t>
            </a:r>
            <a:br>
              <a:rPr lang="en-US" sz="2500" dirty="0"/>
            </a:br>
            <a:r>
              <a:rPr lang="en-US" b="0" dirty="0"/>
              <a:t>Wavelength 1.55 µm, </a:t>
            </a:r>
            <a:r>
              <a:rPr lang="en-US" b="0" dirty="0" err="1"/>
              <a:t>wMMI</a:t>
            </a:r>
            <a:r>
              <a:rPr lang="en-US" b="0" dirty="0"/>
              <a:t> = 6.6 µm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5DFCF1AD-6B06-F914-AC0B-80F0ED838E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4A656CCE-66E0-EAE0-5C63-DF1315DF6299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D3AB6581-C493-80EB-A67F-5289454DAA28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B5029729-ADF3-3B30-4FF9-83BE1DB82BD7}"/>
              </a:ext>
            </a:extLst>
          </p:cNvPr>
          <p:cNvSpPr txBox="1"/>
          <p:nvPr/>
        </p:nvSpPr>
        <p:spPr>
          <a:xfrm>
            <a:off x="609441" y="4819471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 (Coupling relationship,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Lpi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 losses, comparison with Directional Coupler… )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##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98DE5FDA-4E91-E843-E84A-1467BFAA9986}"/>
              </a:ext>
            </a:extLst>
          </p:cNvPr>
          <p:cNvSpPr/>
          <p:nvPr/>
        </p:nvSpPr>
        <p:spPr>
          <a:xfrm>
            <a:off x="609441" y="1377510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0DA14DBA-172E-DA2C-0573-6A00BF18F4A5}"/>
              </a:ext>
            </a:extLst>
          </p:cNvPr>
          <p:cNvSpPr txBox="1"/>
          <p:nvPr/>
        </p:nvSpPr>
        <p:spPr>
          <a:xfrm>
            <a:off x="2286000" y="2630415"/>
            <a:ext cx="771858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propagation plots and console results</a:t>
            </a:r>
          </a:p>
        </p:txBody>
      </p:sp>
    </p:spTree>
    <p:extLst>
      <p:ext uri="{BB962C8B-B14F-4D97-AF65-F5344CB8AC3E}">
        <p14:creationId xmlns:p14="http://schemas.microsoft.com/office/powerpoint/2010/main" val="28156794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C8E51-E605-70F6-8CCC-64CE1480F2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E1CEC3F3-17C0-AF56-250F-B674B537E49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4.1 2x2 Multimode Interference Coupler </a:t>
            </a:r>
            <a:br>
              <a:rPr lang="en-US" sz="2500" dirty="0"/>
            </a:br>
            <a:r>
              <a:rPr lang="en-US" b="0" dirty="0"/>
              <a:t>Wavelength 1.55 µm, </a:t>
            </a:r>
            <a:r>
              <a:rPr lang="en-US" b="0" dirty="0" err="1"/>
              <a:t>wMMI</a:t>
            </a:r>
            <a:r>
              <a:rPr lang="en-US" b="0" dirty="0"/>
              <a:t> = 6.6 µm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8DEAA728-9D39-BCB6-32FF-52BCA060E6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232ECF3E-5168-851E-AFE5-67A62D6C1AA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17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C4E8B2DA-A6B6-6F58-5CA0-8C3D33F0D554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9E470FE5-0618-CA0C-F8CE-2F7BF8BBEFD7}"/>
              </a:ext>
            </a:extLst>
          </p:cNvPr>
          <p:cNvSpPr txBox="1"/>
          <p:nvPr/>
        </p:nvSpPr>
        <p:spPr>
          <a:xfrm>
            <a:off x="609441" y="4819471"/>
            <a:ext cx="11199971" cy="1384995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Para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hacer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MMI con 2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salidas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cogemos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mitad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Lpi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caso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eran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34.5180 um, para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brazo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salga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sañal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con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mitad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potencia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Si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parámetros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parámetros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como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pérdidas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exceso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así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como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porcentaje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potencia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sale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brazo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respecto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potencia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total, 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considerando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toda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potencia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salida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porcentaje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bar y cross. 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27B6C2E1-EE9F-2D3B-6454-AE4B1057BACA}"/>
              </a:ext>
            </a:extLst>
          </p:cNvPr>
          <p:cNvSpPr/>
          <p:nvPr/>
        </p:nvSpPr>
        <p:spPr>
          <a:xfrm>
            <a:off x="609441" y="1377510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C9155F3-6833-D8FF-74A1-8AB7DCBDAB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782" y="1413516"/>
            <a:ext cx="4563112" cy="2943636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20C81CF3-5AA6-CEB1-9DC8-2FE7A3EFFE2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13045" y="1679893"/>
            <a:ext cx="5400675" cy="2257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25595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F11DBE-A482-7036-60B2-70B7E2318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C096193E-AB86-E3CD-BDAC-0F9156C1A3F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#4.2 – 2x2 Multimode Interference Coupler - Optimization</a:t>
            </a:r>
            <a:br>
              <a:rPr lang="en-US" sz="2500" dirty="0"/>
            </a:br>
            <a:r>
              <a:rPr lang="en-US" b="0" dirty="0"/>
              <a:t>Wavelength 1.55 µm, </a:t>
            </a:r>
            <a:r>
              <a:rPr lang="en-US" b="0" dirty="0" err="1"/>
              <a:t>wMMI</a:t>
            </a:r>
            <a:r>
              <a:rPr lang="en-US" b="0" dirty="0"/>
              <a:t> = 6.6 µm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2D17DCD6-D851-E62D-D95C-A9F9954602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4891046F-11DC-B7FC-54F7-9583E688DC0E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18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4C9BAA39-017F-D602-6705-A6CF44830139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9772491E-4FFB-FFC3-C855-72A4B15F3E73}"/>
              </a:ext>
            </a:extLst>
          </p:cNvPr>
          <p:cNvSpPr/>
          <p:nvPr/>
        </p:nvSpPr>
        <p:spPr>
          <a:xfrm>
            <a:off x="609441" y="1377510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643565A9-7DB6-D6EE-152F-2852C8BA7986}"/>
              </a:ext>
            </a:extLst>
          </p:cNvPr>
          <p:cNvSpPr txBox="1"/>
          <p:nvPr/>
        </p:nvSpPr>
        <p:spPr>
          <a:xfrm>
            <a:off x="640245" y="1942909"/>
            <a:ext cx="11199972" cy="27084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propagation plot and console results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r"/>
            <a:r>
              <a:rPr lang="en-US" sz="1600" b="1" dirty="0"/>
              <a:t>Target</a:t>
            </a:r>
            <a:r>
              <a:rPr lang="en-US" sz="1600" dirty="0"/>
              <a:t>: make equal ratio over outputs (even if not 0.5) and minimize excess loss (even if not 0.0 dB)</a:t>
            </a:r>
          </a:p>
          <a:p>
            <a:pPr algn="r"/>
            <a:r>
              <a:rPr lang="en-US" sz="1600" dirty="0"/>
              <a:t>With same settings of previous LO, now adjust try to manually optimize the MMI by changing iteratively:</a:t>
            </a:r>
          </a:p>
          <a:p>
            <a:pPr algn="r"/>
            <a:r>
              <a:rPr lang="en-US" sz="1600" dirty="0"/>
              <a:t>- Change </a:t>
            </a:r>
            <a:r>
              <a:rPr lang="en-US" sz="1600" dirty="0" err="1"/>
              <a:t>dL_MMI</a:t>
            </a:r>
            <a:endParaRPr lang="en-US" sz="1600" dirty="0"/>
          </a:p>
          <a:p>
            <a:pPr algn="r"/>
            <a:r>
              <a:rPr lang="en-US" sz="1600" dirty="0"/>
              <a:t>- Change I/O waveguide position +/- </a:t>
            </a:r>
            <a:r>
              <a:rPr lang="en-US" sz="1600" dirty="0" err="1"/>
              <a:t>dy</a:t>
            </a:r>
            <a:endParaRPr lang="en-US" sz="1600" dirty="0"/>
          </a:p>
          <a:p>
            <a:pPr algn="r"/>
            <a:r>
              <a:rPr lang="en-US" sz="1600" b="1" dirty="0"/>
              <a:t>Hints</a:t>
            </a:r>
            <a:r>
              <a:rPr lang="en-US" sz="1600" dirty="0"/>
              <a:t>: observe the 2D EME propagation results to guide you to the best settings of a) and b).</a:t>
            </a:r>
          </a:p>
        </p:txBody>
      </p:sp>
    </p:spTree>
    <p:extLst>
      <p:ext uri="{BB962C8B-B14F-4D97-AF65-F5344CB8AC3E}">
        <p14:creationId xmlns:p14="http://schemas.microsoft.com/office/powerpoint/2010/main" val="26852157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16671E-132B-C92C-18C1-DEE04874DA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1CD3CB71-3235-E810-C254-4ECF1C6F587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#4.2 – 2x2 Multimode Interference Coupler - Optimization</a:t>
            </a:r>
            <a:br>
              <a:rPr lang="en-US" sz="2500" dirty="0"/>
            </a:br>
            <a:r>
              <a:rPr lang="en-US" b="0" dirty="0"/>
              <a:t>Wavelength 1.55 µm, </a:t>
            </a:r>
            <a:r>
              <a:rPr lang="en-US" b="0" dirty="0" err="1"/>
              <a:t>wMMI</a:t>
            </a:r>
            <a:r>
              <a:rPr lang="en-US" b="0" dirty="0"/>
              <a:t> = 6.6 µm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77EC76AF-CB7C-DB53-354E-C394C5BF34D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0BFDB455-994A-EB45-2A27-4C1B9151078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19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74DBA298-249D-2EF3-D768-554A6EA75062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1F39F601-1CC9-61A9-0DFB-3EAAEF131945}"/>
              </a:ext>
            </a:extLst>
          </p:cNvPr>
          <p:cNvSpPr txBox="1"/>
          <p:nvPr/>
        </p:nvSpPr>
        <p:spPr>
          <a:xfrm>
            <a:off x="583019" y="4816359"/>
            <a:ext cx="11199971" cy="461665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He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conseguido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bajar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pérdidas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exceso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variando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dy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y dL,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pero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máxima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combinación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consigo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es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dy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= 0.05 y dL= -0.3</a:t>
            </a:r>
          </a:p>
          <a:p>
            <a:pPr algn="just"/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Hemos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bajado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0.4550 a 0.3800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dB.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C06A065B-14B9-C215-EF39-8D965D3B06AA}"/>
              </a:ext>
            </a:extLst>
          </p:cNvPr>
          <p:cNvSpPr/>
          <p:nvPr/>
        </p:nvSpPr>
        <p:spPr>
          <a:xfrm>
            <a:off x="609441" y="1377510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E730D54A-9228-07B7-2B9F-AB3D072B2D6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1582189"/>
            <a:ext cx="3848637" cy="2829320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6281F980-288F-ADB8-22F3-3F4AB65F3B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91200" y="1777808"/>
            <a:ext cx="5663381" cy="23455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28503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2A9819-E058-DC4F-FB99-88F20442D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E1662E38-DE72-ADF3-A38E-08ED40DCC2A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#4.3 – 2x2 Multimode Interference Coupler – Optimization (II)</a:t>
            </a:r>
            <a:br>
              <a:rPr lang="en-US" sz="2500" dirty="0"/>
            </a:br>
            <a:r>
              <a:rPr lang="en-US" b="0" dirty="0"/>
              <a:t>Wavelength 1.55 µm, </a:t>
            </a:r>
            <a:r>
              <a:rPr lang="en-US" b="0" dirty="0" err="1"/>
              <a:t>wMMI</a:t>
            </a:r>
            <a:r>
              <a:rPr lang="en-US" b="0" dirty="0"/>
              <a:t> = 6.6 µm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1CD4B005-DA76-DF7C-8A51-CA16DFD2CA3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0B06F952-20FD-3223-6AB8-83339507AFE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20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8B06152F-2A2C-A19B-581F-494FDFF33752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EF5B7948-A25A-9043-7061-DD15A9023924}"/>
              </a:ext>
            </a:extLst>
          </p:cNvPr>
          <p:cNvSpPr txBox="1"/>
          <p:nvPr/>
        </p:nvSpPr>
        <p:spPr>
          <a:xfrm>
            <a:off x="609441" y="4819471"/>
            <a:ext cx="11199971" cy="1384995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C8036B97-F577-1F3C-3CE2-BD45F7D1FFC2}"/>
              </a:ext>
            </a:extLst>
          </p:cNvPr>
          <p:cNvSpPr/>
          <p:nvPr/>
        </p:nvSpPr>
        <p:spPr>
          <a:xfrm>
            <a:off x="609441" y="1377510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B0CFB20A-64F3-A296-71E8-F4FA17D35314}"/>
              </a:ext>
            </a:extLst>
          </p:cNvPr>
          <p:cNvSpPr txBox="1"/>
          <p:nvPr/>
        </p:nvSpPr>
        <p:spPr>
          <a:xfrm>
            <a:off x="640245" y="1942909"/>
            <a:ext cx="11199972" cy="27084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propagation plot and console results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r"/>
            <a:r>
              <a:rPr lang="en-US" sz="1600" b="1" dirty="0"/>
              <a:t>Target</a:t>
            </a:r>
            <a:r>
              <a:rPr lang="en-US" sz="1600" dirty="0"/>
              <a:t>: make ratio over outputs 0.5 + excess loss &lt; 0.1 dB</a:t>
            </a:r>
          </a:p>
          <a:p>
            <a:pPr algn="r"/>
            <a:r>
              <a:rPr lang="en-US" sz="1600" dirty="0"/>
              <a:t>With same settings of previous LO, now modify the notebook so I/O waveguides have a different width. </a:t>
            </a:r>
          </a:p>
          <a:p>
            <a:pPr algn="r"/>
            <a:r>
              <a:rPr lang="en-US" sz="1600" u="sng" dirty="0"/>
              <a:t>- The nominal I/O waveguide width you have been using is 1.0 µm, increase it.</a:t>
            </a:r>
          </a:p>
          <a:p>
            <a:pPr algn="r"/>
            <a:r>
              <a:rPr lang="en-US" sz="1600" b="1" dirty="0"/>
              <a:t>(Warning</a:t>
            </a:r>
            <a:r>
              <a:rPr lang="en-US" sz="1600" dirty="0"/>
              <a:t>! Every time you change the I/O waveguide width you have to re-run modes calculation)</a:t>
            </a:r>
          </a:p>
          <a:p>
            <a:pPr algn="r"/>
            <a:r>
              <a:rPr lang="en-US" sz="1600" b="1" dirty="0"/>
              <a:t>Hints</a:t>
            </a:r>
            <a:r>
              <a:rPr lang="en-US" sz="1600" dirty="0"/>
              <a:t>: observe the 2D EME propagation results to guide you to the best settings of a) and b).</a:t>
            </a:r>
          </a:p>
        </p:txBody>
      </p:sp>
    </p:spTree>
    <p:extLst>
      <p:ext uri="{BB962C8B-B14F-4D97-AF65-F5344CB8AC3E}">
        <p14:creationId xmlns:p14="http://schemas.microsoft.com/office/powerpoint/2010/main" val="10237312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3E874-3009-1259-EF3B-27FEB236B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2B286510-D627-96D3-8BB5-1FA471D9299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#4.3 – 2x2 Multimode Interference Coupler – Optimization (II)</a:t>
            </a:r>
            <a:br>
              <a:rPr lang="en-US" sz="2500" dirty="0"/>
            </a:br>
            <a:r>
              <a:rPr lang="en-US" b="0" dirty="0"/>
              <a:t>Wavelength 1.55 µm, </a:t>
            </a:r>
            <a:r>
              <a:rPr lang="en-US" b="0" dirty="0" err="1"/>
              <a:t>wMMI</a:t>
            </a:r>
            <a:r>
              <a:rPr lang="en-US" b="0" dirty="0"/>
              <a:t> = 6.6 µm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1476A083-EE17-A6A1-5ABF-65EA9A148B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2F1FDC37-153E-69BB-2ABD-A4B4B21DDA75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21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8AAB9043-F6F5-5C7C-42F1-85B89F9597F3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8E67A931-545B-0FD7-8778-14B6BFD08E74}"/>
              </a:ext>
            </a:extLst>
          </p:cNvPr>
          <p:cNvSpPr txBox="1"/>
          <p:nvPr/>
        </p:nvSpPr>
        <p:spPr>
          <a:xfrm>
            <a:off x="655782" y="4787992"/>
            <a:ext cx="11199971" cy="1569660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Un factor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determinante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para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conseguir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menos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0.1dB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pérdidas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exceso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ha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sido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aumentar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ancho nominal a 0.6um de las I/O waveguide.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Variando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finalmente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dy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= 0.06 y dL = -0.4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obtenemos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un valor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pérdidas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exceo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0.0963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dB.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6D54F17A-5950-C3A0-1197-84C6FA50EB16}"/>
              </a:ext>
            </a:extLst>
          </p:cNvPr>
          <p:cNvSpPr/>
          <p:nvPr/>
        </p:nvSpPr>
        <p:spPr>
          <a:xfrm>
            <a:off x="609441" y="1377510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BE6C4113-0360-70CC-0C3D-4C11888B50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5036" y="1481627"/>
            <a:ext cx="4349970" cy="3001795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238A7C15-4323-1BD4-23E3-A0CB5D043CF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29415" y="1828800"/>
            <a:ext cx="6280813" cy="2601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81961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A1363-C83E-82B6-7BDE-AD2801F8B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1E256546-3103-104D-A87F-78AEBE5D59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</a:t>
            </a:r>
            <a:r>
              <a:rPr lang="en-US" sz="2500"/>
              <a:t>outcome #5 </a:t>
            </a:r>
            <a:r>
              <a:rPr lang="en-US" sz="2500" dirty="0"/>
              <a:t>– 1x4 Multimode Interference Coupler </a:t>
            </a:r>
            <a:br>
              <a:rPr lang="en-US" sz="2500" dirty="0"/>
            </a:br>
            <a:r>
              <a:rPr lang="en-US" b="0" dirty="0"/>
              <a:t>Wavelength 1.55 µm, </a:t>
            </a:r>
            <a:r>
              <a:rPr lang="en-US" b="0" dirty="0" err="1"/>
              <a:t>wMMI</a:t>
            </a:r>
            <a:r>
              <a:rPr lang="en-US" b="0" dirty="0"/>
              <a:t> = ? µm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4BFCA3D8-29F6-7091-7099-77888A9F86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42E75535-0FBC-4C5F-9AC5-7008914FCF56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22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07AC2AFF-A7D9-EBCD-7C5A-6CDF61B69366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42D73A2E-0E5A-8A39-6B70-F9E94D6DBB70}"/>
              </a:ext>
            </a:extLst>
          </p:cNvPr>
          <p:cNvSpPr txBox="1"/>
          <p:nvPr/>
        </p:nvSpPr>
        <p:spPr>
          <a:xfrm>
            <a:off x="609441" y="4819471"/>
            <a:ext cx="11199971" cy="1384995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Para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realizar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MMI 1x4 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calcular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longitude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necesaria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del MMI para las cuatro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salidas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hemos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seguido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tabla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de modo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hemos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seguido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fórmula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First-N-fold image distance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correspondiente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Symetric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AFB86587-21D4-5A33-7D00-DDF170C919BA}"/>
              </a:ext>
            </a:extLst>
          </p:cNvPr>
          <p:cNvSpPr/>
          <p:nvPr/>
        </p:nvSpPr>
        <p:spPr>
          <a:xfrm>
            <a:off x="609441" y="1377510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5B49C12F-1F85-580A-2C61-8C4E73D41B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800" y="1742840"/>
            <a:ext cx="6460930" cy="1838560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48D8A4E8-9825-86BD-FD11-8B3B7EE7AFE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6800" y="3775060"/>
            <a:ext cx="6393816" cy="568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98643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44F7D9-5A51-07F2-19C5-DE0DD453C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E9F7EAB7-0C14-45B0-401E-7678B7C0F6A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</a:t>
            </a:r>
            <a:r>
              <a:rPr lang="en-US" sz="2500"/>
              <a:t>outcome #5 </a:t>
            </a:r>
            <a:r>
              <a:rPr lang="en-US" sz="2500" dirty="0"/>
              <a:t>– 1x4 Multimode Interference Coupler </a:t>
            </a:r>
            <a:br>
              <a:rPr lang="en-US" sz="2500" dirty="0"/>
            </a:br>
            <a:r>
              <a:rPr lang="en-US" b="0" dirty="0"/>
              <a:t>Wavelength 1.55 µm, </a:t>
            </a:r>
            <a:r>
              <a:rPr lang="en-US" b="0" dirty="0" err="1"/>
              <a:t>wMMI</a:t>
            </a:r>
            <a:r>
              <a:rPr lang="en-US" b="0" dirty="0"/>
              <a:t> = ? µm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51BA9960-29D7-5D19-E929-53097A11EFA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274926D6-0785-532F-D814-435B735F10A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23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3836027-68EE-BD3E-AF3F-978560AA7292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A9C37B0D-C88D-955F-49DB-78D76723ADAE}"/>
              </a:ext>
            </a:extLst>
          </p:cNvPr>
          <p:cNvSpPr txBox="1"/>
          <p:nvPr/>
        </p:nvSpPr>
        <p:spPr>
          <a:xfrm>
            <a:off x="609441" y="4819471"/>
            <a:ext cx="11199971" cy="1015663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Una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vez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lo temenos,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hemos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ajustado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un poco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parámetros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para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tener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salidas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potencia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equivalentes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todas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salidas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reducir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pérdidas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exceso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266AD329-2F44-1310-5E48-61BA718F123C}"/>
              </a:ext>
            </a:extLst>
          </p:cNvPr>
          <p:cNvSpPr/>
          <p:nvPr/>
        </p:nvSpPr>
        <p:spPr>
          <a:xfrm>
            <a:off x="609441" y="1377510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A73CFAB8-4C77-EF9C-3C59-41065FB5DFB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04273" y="1628488"/>
            <a:ext cx="5753903" cy="2668605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1E5ACBFA-D8B2-23B8-8AF9-DA76A7DFD0D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458176" y="1478375"/>
            <a:ext cx="4927666" cy="31659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084887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C605A0-011E-92C8-FC3B-4606370E3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6FD33384-EDB6-2D9C-7C06-1A1327DF670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147476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Extra #1 – Directional wavelength dependence</a:t>
            </a:r>
            <a:br>
              <a:rPr lang="en-US" sz="2500" dirty="0"/>
            </a:br>
            <a:r>
              <a:rPr lang="en-US" b="0" dirty="0"/>
              <a:t>Wavelengths </a:t>
            </a:r>
            <a:r>
              <a:rPr lang="en-US" dirty="0"/>
              <a:t>from 1.5 to 1.7 µm</a:t>
            </a:r>
            <a:r>
              <a:rPr lang="en-US" b="0" dirty="0"/>
              <a:t>, gap = 0.6 µm, width 1.0 µm</a:t>
            </a:r>
            <a:br>
              <a:rPr lang="en-US" b="0" dirty="0"/>
            </a:br>
            <a:br>
              <a:rPr lang="es-ES" sz="2500" spc="-5" dirty="0">
                <a:latin typeface="+mj-lt"/>
                <a:cs typeface="Lucida Sans"/>
              </a:rPr>
            </a:b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2D6005AE-9826-8F40-AEC0-D8AD03EA60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B8C60C95-042B-8D45-9ED6-CBFF02F92859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24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5681377C-F904-523D-024A-748886DE9F61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60CCA40C-5106-E50D-8C5B-9FAB3441A603}"/>
              </a:ext>
            </a:extLst>
          </p:cNvPr>
          <p:cNvSpPr txBox="1"/>
          <p:nvPr/>
        </p:nvSpPr>
        <p:spPr>
          <a:xfrm>
            <a:off x="609441" y="4860334"/>
            <a:ext cx="11199971" cy="1754326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Podemos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observar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para la shallow waveguide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Lpi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necesaria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es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menor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para la deep waveguide,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debido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al mayor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acoplo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En ambos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casos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igual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más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longitud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onda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menor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es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Lpi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En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modo TE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deep,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tienen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una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depencia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mayor al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cambio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longitud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onda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respecto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al TM,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tiene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una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baja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dependencia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Sin embargo,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shallow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encontramos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dependencia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ambos es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parecida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respecto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al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cambio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longitud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onda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A476F77F-8E8E-CC30-F3EF-4CF65813B20F}"/>
              </a:ext>
            </a:extLst>
          </p:cNvPr>
          <p:cNvSpPr/>
          <p:nvPr/>
        </p:nvSpPr>
        <p:spPr>
          <a:xfrm>
            <a:off x="609441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0AD2FB92-819E-D370-FC00-8C82CDBDFED8}"/>
              </a:ext>
            </a:extLst>
          </p:cNvPr>
          <p:cNvSpPr/>
          <p:nvPr/>
        </p:nvSpPr>
        <p:spPr>
          <a:xfrm>
            <a:off x="6321424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CAF95C5D-21CD-CC86-6E05-04FBC320CB95}"/>
              </a:ext>
            </a:extLst>
          </p:cNvPr>
          <p:cNvSpPr txBox="1"/>
          <p:nvPr/>
        </p:nvSpPr>
        <p:spPr>
          <a:xfrm>
            <a:off x="6331152" y="4342178"/>
            <a:ext cx="22697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slab = 150nm</a:t>
            </a:r>
            <a:endParaRPr lang="es-ES" dirty="0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B8EC0BF9-2B70-D1E3-F0F4-4A14517571C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31888" y="1461362"/>
            <a:ext cx="5620247" cy="3275686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E34643CE-76CF-095B-327E-DA6AA2C6668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447796" y="1515706"/>
            <a:ext cx="5620247" cy="3278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402772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BACE3C-989B-598D-D6DB-6906862B8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2CB80871-98C6-9189-06D5-8689FECC307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109004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Extra #2 – Directional coupler gap dependence</a:t>
            </a:r>
            <a:br>
              <a:rPr lang="en-US" sz="2500" dirty="0"/>
            </a:br>
            <a:r>
              <a:rPr lang="en-US" b="0" dirty="0"/>
              <a:t>Wavelength 1.55 µm, width 1.0 µm, </a:t>
            </a:r>
            <a:r>
              <a:rPr lang="en-US" dirty="0"/>
              <a:t>gap 0.2-2.4 µm </a:t>
            </a:r>
            <a:r>
              <a:rPr lang="en-US" b="0" dirty="0"/>
              <a:t>(step 0.2 µm)</a:t>
            </a:r>
            <a:br>
              <a:rPr lang="es-ES" sz="2500" spc="-5" dirty="0">
                <a:latin typeface="+mj-lt"/>
                <a:cs typeface="Lucida Sans"/>
              </a:rPr>
            </a:b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5086E834-F8F1-9230-4CDD-8380463EFB6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5342D80B-AD3E-D124-E70C-8EA5AE3CD5D5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31CAA6A-0620-2FB1-6E6B-9AE0ECD549BD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1E0B1DB0-8A67-1985-0C38-2954E86B8C5A}"/>
              </a:ext>
            </a:extLst>
          </p:cNvPr>
          <p:cNvSpPr txBox="1"/>
          <p:nvPr/>
        </p:nvSpPr>
        <p:spPr>
          <a:xfrm>
            <a:off x="609441" y="4860334"/>
            <a:ext cx="11199971" cy="1015663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Viendo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las dos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gráficas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observa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una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dependencia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entre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Lpi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gap,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aumentando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Lpi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conforme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aumenta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gap.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Para la deep waveguide temenos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valores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Lpi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mayores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su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incremento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es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más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brusco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shallow,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observa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un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aumento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más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progresivo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Por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otro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lado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observa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ambas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gráficas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igual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modo TE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tiene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más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dependencia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del gap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tiene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>
                <a:latin typeface="Arial" panose="020B0604020202020204" pitchFamily="34" charset="0"/>
                <a:cs typeface="Arial" panose="020B0604020202020204" pitchFamily="34" charset="0"/>
              </a:rPr>
              <a:t>modo TM,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es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mucho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menor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D01A93B7-B73E-E7C8-4C5B-B5B223767C02}"/>
              </a:ext>
            </a:extLst>
          </p:cNvPr>
          <p:cNvSpPr/>
          <p:nvPr/>
        </p:nvSpPr>
        <p:spPr>
          <a:xfrm>
            <a:off x="609441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6F9A0CA1-D9D6-24BA-3B36-A433C3B37736}"/>
              </a:ext>
            </a:extLst>
          </p:cNvPr>
          <p:cNvSpPr/>
          <p:nvPr/>
        </p:nvSpPr>
        <p:spPr>
          <a:xfrm>
            <a:off x="6321424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807E9027-0820-C197-17FC-3E74F2EA6DEF}"/>
              </a:ext>
            </a:extLst>
          </p:cNvPr>
          <p:cNvSpPr txBox="1"/>
          <p:nvPr/>
        </p:nvSpPr>
        <p:spPr>
          <a:xfrm>
            <a:off x="6331152" y="4342178"/>
            <a:ext cx="22697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slab = 150nm</a:t>
            </a:r>
            <a:endParaRPr lang="es-E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uadroTexto 7">
                <a:extLst>
                  <a:ext uri="{FF2B5EF4-FFF2-40B4-BE49-F238E27FC236}">
                    <a16:creationId xmlns:a16="http://schemas.microsoft.com/office/drawing/2014/main" id="{3311EB79-23B2-42F7-B193-03640A2DCFBE}"/>
                  </a:ext>
                </a:extLst>
              </p:cNvPr>
              <p:cNvSpPr txBox="1"/>
              <p:nvPr/>
            </p:nvSpPr>
            <p:spPr>
              <a:xfrm>
                <a:off x="1079403" y="2709096"/>
                <a:ext cx="454663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deep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dirty="0"/>
                  <a:t>Paste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vs gap for TE and TM plot here</a:t>
                </a:r>
              </a:p>
            </p:txBody>
          </p:sp>
        </mc:Choice>
        <mc:Fallback xmlns="">
          <p:sp>
            <p:nvSpPr>
              <p:cNvPr id="8" name="CuadroTexto 7">
                <a:extLst>
                  <a:ext uri="{FF2B5EF4-FFF2-40B4-BE49-F238E27FC236}">
                    <a16:creationId xmlns:a16="http://schemas.microsoft.com/office/drawing/2014/main" id="{3311EB79-23B2-42F7-B193-03640A2DCF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403" y="2709096"/>
                <a:ext cx="4546634" cy="923330"/>
              </a:xfrm>
              <a:prstGeom prst="rect">
                <a:avLst/>
              </a:prstGeom>
              <a:blipFill>
                <a:blip r:embed="rId5"/>
                <a:stretch>
                  <a:fillRect t="-3289" b="-9211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6679C8B6-4F06-C8A6-4404-EB54E03B48A7}"/>
                  </a:ext>
                </a:extLst>
              </p:cNvPr>
              <p:cNvSpPr txBox="1"/>
              <p:nvPr/>
            </p:nvSpPr>
            <p:spPr>
              <a:xfrm>
                <a:off x="6883366" y="2709096"/>
                <a:ext cx="454663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shallow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dirty="0"/>
                  <a:t>Paste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vs gap for TE and TM plot here</a:t>
                </a:r>
              </a:p>
            </p:txBody>
          </p:sp>
        </mc:Choice>
        <mc:Fallback xmlns="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6679C8B6-4F06-C8A6-4404-EB54E03B48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3366" y="2709096"/>
                <a:ext cx="4546634" cy="923330"/>
              </a:xfrm>
              <a:prstGeom prst="rect">
                <a:avLst/>
              </a:prstGeom>
              <a:blipFill>
                <a:blip r:embed="rId6"/>
                <a:stretch>
                  <a:fillRect t="-3289" b="-9211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Imagen 13">
            <a:extLst>
              <a:ext uri="{FF2B5EF4-FFF2-40B4-BE49-F238E27FC236}">
                <a16:creationId xmlns:a16="http://schemas.microsoft.com/office/drawing/2014/main" id="{A5DC8749-9118-447B-7857-67E808F2EB0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90642" y="1814491"/>
            <a:ext cx="5124155" cy="2629578"/>
          </a:xfrm>
          <a:prstGeom prst="rect">
            <a:avLst/>
          </a:prstGeom>
        </p:spPr>
      </p:pic>
      <p:pic>
        <p:nvPicPr>
          <p:cNvPr id="17" name="Imagen 16">
            <a:extLst>
              <a:ext uri="{FF2B5EF4-FFF2-40B4-BE49-F238E27FC236}">
                <a16:creationId xmlns:a16="http://schemas.microsoft.com/office/drawing/2014/main" id="{1A8A2757-66CA-F50D-7A48-DAA95E1CE85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387710" y="1872784"/>
            <a:ext cx="5353986" cy="2747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215745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3945635" y="2636520"/>
            <a:ext cx="8246363" cy="15849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513326" y="3165729"/>
            <a:ext cx="2233295" cy="513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200" b="1" spc="-5" dirty="0">
                <a:solidFill>
                  <a:srgbClr val="FFFFFF"/>
                </a:solidFill>
                <a:latin typeface="Lucida Sans"/>
                <a:cs typeface="Lucida Sans"/>
              </a:rPr>
              <a:t>Thank</a:t>
            </a:r>
            <a:r>
              <a:rPr sz="3200" b="1" spc="-55" dirty="0">
                <a:solidFill>
                  <a:srgbClr val="FFFFFF"/>
                </a:solidFill>
                <a:latin typeface="Lucida Sans"/>
                <a:cs typeface="Lucida Sans"/>
              </a:rPr>
              <a:t> </a:t>
            </a:r>
            <a:r>
              <a:rPr sz="3200" b="1" dirty="0">
                <a:solidFill>
                  <a:srgbClr val="FFFFFF"/>
                </a:solidFill>
                <a:latin typeface="Lucida Sans"/>
                <a:cs typeface="Lucida Sans"/>
              </a:rPr>
              <a:t>you</a:t>
            </a:r>
            <a:endParaRPr sz="3200">
              <a:latin typeface="Lucida Sans"/>
              <a:cs typeface="Lucida Sans"/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052DA19-AD24-7D24-2AE9-51F8F5A7F5E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26</a:t>
            </a:fld>
            <a:endParaRPr lang="es-E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1272</TotalTime>
  <Words>1606</Words>
  <Application>Microsoft Office PowerPoint</Application>
  <PresentationFormat>Panorámica</PresentationFormat>
  <Paragraphs>232</Paragraphs>
  <Slides>26</Slides>
  <Notes>21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26</vt:i4>
      </vt:variant>
    </vt:vector>
  </HeadingPairs>
  <TitlesOfParts>
    <vt:vector size="34" baseType="lpstr">
      <vt:lpstr>Aptos</vt:lpstr>
      <vt:lpstr>Arial</vt:lpstr>
      <vt:lpstr>Calibri</vt:lpstr>
      <vt:lpstr>Cambria Math</vt:lpstr>
      <vt:lpstr>Lucida Sans</vt:lpstr>
      <vt:lpstr>Times New Roman</vt:lpstr>
      <vt:lpstr>Wingdings</vt:lpstr>
      <vt:lpstr>Office Theme</vt:lpstr>
      <vt:lpstr>Presentación de PowerPoint</vt:lpstr>
      <vt:lpstr>Instructions General</vt:lpstr>
      <vt:lpstr>Presentación de PowerPoint</vt:lpstr>
      <vt:lpstr>Learning outcome #1 – Directional coupler length and coupling coefficient Wavelength 1.5 µm – width 1.2 µm – gap 0.6 µm</vt:lpstr>
      <vt:lpstr>Learning outcome #1 – Directional coupler length and coupling coefficient Wavelength 1.5 µm – width 1.2 µm – gap 0.6 µm</vt:lpstr>
      <vt:lpstr>Learning outcome #1 – Directional coupler length and coupling coefficient Wavelength 1.5 µm – width 1.2 µm – gap 0.6 µm</vt:lpstr>
      <vt:lpstr>Learning outcome #2 – 2x2 Directional Coupler Gap 0.6 - 1.6 µm (step 0.1 µm) – Wavelength 1.55 µm </vt:lpstr>
      <vt:lpstr>Learning outcome #2 – 2x2 Directional Coupler Gap 0.6 - 1.6 µm (step 0.1 µm) – Wavelength 1.55 µm </vt:lpstr>
      <vt:lpstr>Learning outcome #2 – 2x2 Directional Coupler Gap 0.6 - 1.6 µm (step 0.1 µm) – Wavelength 1.55 µm </vt:lpstr>
      <vt:lpstr>Learning outcome #2 – 2x2 Directional Coupler Gap 0.6 - 1.6 µm (step 0.1 µm) – Wavelength 1.55 µm </vt:lpstr>
      <vt:lpstr>Learning outcome #2 – 2x2 Directional Coupler Gap 0.6 - 1.6 µm (step 0.1 µm) – Wavelength 1.55 µm </vt:lpstr>
      <vt:lpstr>Learning outcome #2 – 2x2 Directional Coupler Gap 0.6 - 1.6 µm (step 0.1 µm) – Wavelength 1.55 µm </vt:lpstr>
      <vt:lpstr>Learning outcome #3 – Parallel uncoupled waveguides Wavelength 1.55 µm, width 1.0 µm, gap to be found for uncoupled wvgs</vt:lpstr>
      <vt:lpstr>Learning outcome #3 – Parallel uncoupled waveguides Wavelength 1.55 µm, width 1.0 µm, gap to be found for uncoupled wvgs</vt:lpstr>
      <vt:lpstr>Presentación de PowerPoint</vt:lpstr>
      <vt:lpstr>Learning outcome #4 – 4.1 2x2 Multimode Interference Coupler  Wavelength 1.55 µm, wMMI = 6.6 µm</vt:lpstr>
      <vt:lpstr>Learning outcome #4 – 4.1 2x2 Multimode Interference Coupler  Wavelength 1.55 µm, wMMI = 6.6 µm</vt:lpstr>
      <vt:lpstr>Learning outcome #4.2 – 2x2 Multimode Interference Coupler - Optimization Wavelength 1.55 µm, wMMI = 6.6 µm</vt:lpstr>
      <vt:lpstr>Learning outcome #4.2 – 2x2 Multimode Interference Coupler - Optimization Wavelength 1.55 µm, wMMI = 6.6 µm</vt:lpstr>
      <vt:lpstr>Learning outcome #4.3 – 2x2 Multimode Interference Coupler – Optimization (II) Wavelength 1.55 µm, wMMI = 6.6 µm</vt:lpstr>
      <vt:lpstr>Learning outcome #4.3 – 2x2 Multimode Interference Coupler – Optimization (II) Wavelength 1.55 µm, wMMI = 6.6 µm</vt:lpstr>
      <vt:lpstr>Learning outcome #5 – 1x4 Multimode Interference Coupler  Wavelength 1.55 µm, wMMI = ? µm</vt:lpstr>
      <vt:lpstr>Learning outcome #5 – 1x4 Multimode Interference Coupler  Wavelength 1.55 µm, wMMI = ? µm</vt:lpstr>
      <vt:lpstr>Extra #1 – Directional wavelength dependence Wavelengths from 1.5 to 1.7 µm, gap = 0.6 µm, width 1.0 µm  </vt:lpstr>
      <vt:lpstr>Extra #2 – Directional coupler gap dependence Wavelength 1.55 µm, width 1.0 µm, gap 0.2-2.4 µm (step 0.2 µm) 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Mª Ester Calataytud</dc:creator>
  <cp:lastModifiedBy>Roberto José Fernández Sevilla</cp:lastModifiedBy>
  <cp:revision>42</cp:revision>
  <dcterms:created xsi:type="dcterms:W3CDTF">2025-01-27T02:46:57Z</dcterms:created>
  <dcterms:modified xsi:type="dcterms:W3CDTF">2026-03-12T13:34:08Z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2024-09-16T00:00:00Z</vt:filetime>
  </property>
  <property fmtid="{D5CDD505-2E9C-101B-9397-08002B2CF9AE}" pid="3" name="Creator">
    <vt:lpwstr>Microsoft® PowerPoint® 2016</vt:lpwstr>
  </property>
  <property fmtid="{D5CDD505-2E9C-101B-9397-08002B2CF9AE}" pid="4" name="LastSaved">
    <vt:filetime>2025-01-27T00:00:00Z</vt:filetime>
  </property>
</Properties>
</file>